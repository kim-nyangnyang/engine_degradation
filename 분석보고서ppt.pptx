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8" r:id="rId5"/>
    <p:sldId id="259" r:id="rId6"/>
    <p:sldId id="269" r:id="rId7"/>
    <p:sldId id="270" r:id="rId8"/>
    <p:sldId id="260" r:id="rId9"/>
    <p:sldId id="271" r:id="rId10"/>
    <p:sldId id="272" r:id="rId11"/>
    <p:sldId id="273" r:id="rId12"/>
    <p:sldId id="274" r:id="rId13"/>
    <p:sldId id="275" r:id="rId14"/>
    <p:sldId id="276" r:id="rId15"/>
    <p:sldId id="261" r:id="rId16"/>
    <p:sldId id="277" r:id="rId17"/>
    <p:sldId id="278" r:id="rId18"/>
    <p:sldId id="284" r:id="rId19"/>
    <p:sldId id="285" r:id="rId20"/>
    <p:sldId id="286" r:id="rId21"/>
    <p:sldId id="263" r:id="rId22"/>
    <p:sldId id="288" r:id="rId23"/>
    <p:sldId id="282" r:id="rId24"/>
    <p:sldId id="293" r:id="rId25"/>
    <p:sldId id="264" r:id="rId26"/>
    <p:sldId id="290" r:id="rId27"/>
    <p:sldId id="291" r:id="rId28"/>
    <p:sldId id="266" r:id="rId29"/>
    <p:sldId id="292" r:id="rId30"/>
    <p:sldId id="281" r:id="rId31"/>
    <p:sldId id="267" r:id="rId32"/>
    <p:sldId id="283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0000"/>
    <a:srgbClr val="1B3A6D"/>
    <a:srgbClr val="EEC035"/>
    <a:srgbClr val="FFFFFF"/>
    <a:srgbClr val="4B6A96"/>
    <a:srgbClr val="B0A39A"/>
    <a:srgbClr val="4B5563"/>
    <a:srgbClr val="E5F9FB"/>
    <a:srgbClr val="CCECFF"/>
    <a:srgbClr val="FFF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C2A16-AA11-4B5C-9CF7-7BBF53E9928F}" v="1942" dt="2026-03-16T01:04:51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2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7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새한 김" userId="3f8653d24e571dae" providerId="LiveId" clId="{AF92B0B0-5B66-48A6-9291-22FBDB459E6B}"/>
    <pc:docChg chg="undo redo custSel addSld delSld modSld sldOrd">
      <pc:chgData name="새한 김" userId="3f8653d24e571dae" providerId="LiveId" clId="{AF92B0B0-5B66-48A6-9291-22FBDB459E6B}" dt="2026-03-16T01:05:03.223" v="14758" actId="14100"/>
      <pc:docMkLst>
        <pc:docMk/>
      </pc:docMkLst>
      <pc:sldChg chg="modSp mod">
        <pc:chgData name="새한 김" userId="3f8653d24e571dae" providerId="LiveId" clId="{AF92B0B0-5B66-48A6-9291-22FBDB459E6B}" dt="2026-03-10T08:18:00.374" v="6736" actId="1036"/>
        <pc:sldMkLst>
          <pc:docMk/>
          <pc:sldMk cId="0" sldId="256"/>
        </pc:sldMkLst>
        <pc:spChg chg="mod">
          <ac:chgData name="새한 김" userId="3f8653d24e571dae" providerId="LiveId" clId="{AF92B0B0-5B66-48A6-9291-22FBDB459E6B}" dt="2026-03-10T08:18:00.374" v="6736" actId="103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0T08:18:00.374" v="6736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0T08:17:19.341" v="6729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0T08:17:19.341" v="6729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10T08:17:08.038" v="6728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10T08:17:08.038" v="6728" actId="1076"/>
          <ac:spMkLst>
            <pc:docMk/>
            <pc:sldMk cId="0" sldId="256"/>
            <ac:spMk id="19" creationId="{00000000-0000-0000-0000-000000000000}"/>
          </ac:spMkLst>
        </pc:spChg>
      </pc:sldChg>
      <pc:sldChg chg="delSp modSp mod">
        <pc:chgData name="새한 김" userId="3f8653d24e571dae" providerId="LiveId" clId="{AF92B0B0-5B66-48A6-9291-22FBDB459E6B}" dt="2026-03-13T13:55:26.005" v="12380" actId="478"/>
        <pc:sldMkLst>
          <pc:docMk/>
          <pc:sldMk cId="0" sldId="257"/>
        </pc:sldMkLst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4:33.922" v="8508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7:25.835" v="8536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7:25.835" v="8536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7:25.835" v="8536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7:25.835" v="8536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7:25.835" v="8536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21.074" v="8522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39.891" v="8524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39.891" v="8524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39.891" v="8524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39.891" v="8524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5:39.891" v="8524" actId="1076"/>
          <ac:spMkLst>
            <pc:docMk/>
            <pc:sldMk cId="0" sldId="257"/>
            <ac:spMk id="35" creationId="{00000000-0000-0000-0000-000000000000}"/>
          </ac:spMkLst>
        </pc:spChg>
      </pc:sldChg>
      <pc:sldChg chg="delSp mod">
        <pc:chgData name="새한 김" userId="3f8653d24e571dae" providerId="LiveId" clId="{AF92B0B0-5B66-48A6-9291-22FBDB459E6B}" dt="2026-03-06T13:24:45.905" v="29" actId="478"/>
        <pc:sldMkLst>
          <pc:docMk/>
          <pc:sldMk cId="0" sldId="258"/>
        </pc:sldMkLst>
      </pc:sldChg>
      <pc:sldChg chg="delSp mod ord">
        <pc:chgData name="새한 김" userId="3f8653d24e571dae" providerId="LiveId" clId="{AF92B0B0-5B66-48A6-9291-22FBDB459E6B}" dt="2026-03-06T13:31:03.025" v="148" actId="478"/>
        <pc:sldMkLst>
          <pc:docMk/>
          <pc:sldMk cId="0" sldId="259"/>
        </pc:sldMkLst>
      </pc:sldChg>
      <pc:sldChg chg="delSp mod ord">
        <pc:chgData name="새한 김" userId="3f8653d24e571dae" providerId="LiveId" clId="{AF92B0B0-5B66-48A6-9291-22FBDB459E6B}" dt="2026-03-06T13:41:37.765" v="606" actId="478"/>
        <pc:sldMkLst>
          <pc:docMk/>
          <pc:sldMk cId="0" sldId="260"/>
        </pc:sldMkLst>
      </pc:sldChg>
      <pc:sldChg chg="delSp modSp mod ord">
        <pc:chgData name="새한 김" userId="3f8653d24e571dae" providerId="LiveId" clId="{AF92B0B0-5B66-48A6-9291-22FBDB459E6B}" dt="2026-03-07T08:09:11.990" v="4908" actId="478"/>
        <pc:sldMkLst>
          <pc:docMk/>
          <pc:sldMk cId="0" sldId="261"/>
        </pc:sldMkLst>
        <pc:spChg chg="mod">
          <ac:chgData name="새한 김" userId="3f8653d24e571dae" providerId="LiveId" clId="{AF92B0B0-5B66-48A6-9291-22FBDB459E6B}" dt="2026-03-06T13:23:46.614" v="10" actId="20577"/>
          <ac:spMkLst>
            <pc:docMk/>
            <pc:sldMk cId="0" sldId="261"/>
            <ac:spMk id="9" creationId="{00000000-0000-0000-0000-000000000000}"/>
          </ac:spMkLst>
        </pc:spChg>
      </pc:sldChg>
      <pc:sldChg chg="delSp mod ord">
        <pc:chgData name="새한 김" userId="3f8653d24e571dae" providerId="LiveId" clId="{AF92B0B0-5B66-48A6-9291-22FBDB459E6B}" dt="2026-03-07T08:09:05.092" v="4906" actId="478"/>
        <pc:sldMkLst>
          <pc:docMk/>
          <pc:sldMk cId="0" sldId="263"/>
        </pc:sldMkLst>
      </pc:sldChg>
      <pc:sldChg chg="delSp mod ord">
        <pc:chgData name="새한 김" userId="3f8653d24e571dae" providerId="LiveId" clId="{AF92B0B0-5B66-48A6-9291-22FBDB459E6B}" dt="2026-03-07T12:22:47.357" v="5762" actId="478"/>
        <pc:sldMkLst>
          <pc:docMk/>
          <pc:sldMk cId="0" sldId="264"/>
        </pc:sldMkLst>
      </pc:sldChg>
      <pc:sldChg chg="delSp modSp mod ord">
        <pc:chgData name="새한 김" userId="3f8653d24e571dae" providerId="LiveId" clId="{AF92B0B0-5B66-48A6-9291-22FBDB459E6B}" dt="2026-03-12T08:58:19.418" v="8542" actId="20577"/>
        <pc:sldMkLst>
          <pc:docMk/>
          <pc:sldMk cId="0" sldId="266"/>
        </pc:sldMkLst>
        <pc:spChg chg="mod">
          <ac:chgData name="새한 김" userId="3f8653d24e571dae" providerId="LiveId" clId="{AF92B0B0-5B66-48A6-9291-22FBDB459E6B}" dt="2026-03-12T08:58:19.418" v="8542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8:16.429" v="8540" actId="20577"/>
          <ac:spMkLst>
            <pc:docMk/>
            <pc:sldMk cId="0" sldId="266"/>
            <ac:spMk id="11" creationId="{00000000-0000-0000-0000-000000000000}"/>
          </ac:spMkLst>
        </pc:spChg>
      </pc:sldChg>
      <pc:sldChg chg="delSp modSp mod ord">
        <pc:chgData name="새한 김" userId="3f8653d24e571dae" providerId="LiveId" clId="{AF92B0B0-5B66-48A6-9291-22FBDB459E6B}" dt="2026-03-13T13:54:40.853" v="12377" actId="478"/>
        <pc:sldMkLst>
          <pc:docMk/>
          <pc:sldMk cId="0" sldId="267"/>
        </pc:sldMkLst>
        <pc:spChg chg="mod">
          <ac:chgData name="새한 김" userId="3f8653d24e571dae" providerId="LiveId" clId="{AF92B0B0-5B66-48A6-9291-22FBDB459E6B}" dt="2026-03-12T08:58:29.066" v="8546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2T08:58:26.190" v="8544" actId="20577"/>
          <ac:spMkLst>
            <pc:docMk/>
            <pc:sldMk cId="0" sldId="267"/>
            <ac:spMk id="9" creationId="{00000000-0000-0000-0000-000000000000}"/>
          </ac:spMkLst>
        </pc:spChg>
      </pc:sldChg>
      <pc:sldChg chg="addSp delSp modSp mod">
        <pc:chgData name="새한 김" userId="3f8653d24e571dae" providerId="LiveId" clId="{AF92B0B0-5B66-48A6-9291-22FBDB459E6B}" dt="2026-03-14T01:55:11.391" v="14550" actId="1038"/>
        <pc:sldMkLst>
          <pc:docMk/>
          <pc:sldMk cId="0" sldId="268"/>
        </pc:sldMkLst>
        <pc:spChg chg="mod">
          <ac:chgData name="새한 김" userId="3f8653d24e571dae" providerId="LiveId" clId="{AF92B0B0-5B66-48A6-9291-22FBDB459E6B}" dt="2026-03-13T14:00:17.285" v="12435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4:11.480" v="14533" actId="1038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8:13.273" v="14381" actId="10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5:11.391" v="14550" actId="1038"/>
          <ac:spMkLst>
            <pc:docMk/>
            <pc:sldMk cId="0" sldId="268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1:50.114" v="14466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13T14:00:52.074" v="12485" actId="1076"/>
          <ac:spMkLst>
            <pc:docMk/>
            <pc:sldMk cId="0" sldId="268"/>
            <ac:spMk id="35" creationId="{00000000-0000-0000-0000-000000000000}"/>
          </ac:spMkLst>
        </pc:spChg>
        <pc:spChg chg="mod">
          <ac:chgData name="새한 김" userId="3f8653d24e571dae" providerId="LiveId" clId="{AF92B0B0-5B66-48A6-9291-22FBDB459E6B}" dt="2026-03-13T14:00:59.713" v="12494" actId="1036"/>
          <ac:spMkLst>
            <pc:docMk/>
            <pc:sldMk cId="0" sldId="268"/>
            <ac:spMk id="36" creationId="{00000000-0000-0000-0000-000000000000}"/>
          </ac:spMkLst>
        </pc:spChg>
        <pc:picChg chg="mod">
          <ac:chgData name="새한 김" userId="3f8653d24e571dae" providerId="LiveId" clId="{AF92B0B0-5B66-48A6-9291-22FBDB459E6B}" dt="2026-03-14T01:53:13.592" v="14493" actId="1076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새한 김" userId="3f8653d24e571dae" providerId="LiveId" clId="{AF92B0B0-5B66-48A6-9291-22FBDB459E6B}" dt="2026-03-13T14:00:48.282" v="12484" actId="14100"/>
          <ac:picMkLst>
            <pc:docMk/>
            <pc:sldMk cId="0" sldId="268"/>
            <ac:picMk id="17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32:53.530" v="198" actId="1035"/>
          <ac:picMkLst>
            <pc:docMk/>
            <pc:sldMk cId="0" sldId="268"/>
            <ac:picMk id="30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4T01:54:07.370" v="14527" actId="1038"/>
          <ac:picMkLst>
            <pc:docMk/>
            <pc:sldMk cId="0" sldId="268"/>
            <ac:picMk id="39" creationId="{C9E26B9B-A260-93FA-E85E-5DD52249A43B}"/>
          </ac:picMkLst>
        </pc:picChg>
        <pc:picChg chg="add mod">
          <ac:chgData name="새한 김" userId="3f8653d24e571dae" providerId="LiveId" clId="{AF92B0B0-5B66-48A6-9291-22FBDB459E6B}" dt="2026-03-14T01:54:07.370" v="14527" actId="1038"/>
          <ac:picMkLst>
            <pc:docMk/>
            <pc:sldMk cId="0" sldId="268"/>
            <ac:picMk id="40" creationId="{4AB13545-DEBC-52E1-DFB8-5D552FE9527E}"/>
          </ac:picMkLst>
        </pc:picChg>
        <pc:picChg chg="add mod">
          <ac:chgData name="새한 김" userId="3f8653d24e571dae" providerId="LiveId" clId="{AF92B0B0-5B66-48A6-9291-22FBDB459E6B}" dt="2026-03-14T01:54:56.690" v="14537" actId="207"/>
          <ac:picMkLst>
            <pc:docMk/>
            <pc:sldMk cId="0" sldId="268"/>
            <ac:picMk id="42" creationId="{3E4C63DC-4ABF-D6E5-90C8-9FB35DC4A144}"/>
          </ac:picMkLst>
        </pc:picChg>
        <pc:picChg chg="add mod">
          <ac:chgData name="새한 김" userId="3f8653d24e571dae" providerId="LiveId" clId="{AF92B0B0-5B66-48A6-9291-22FBDB459E6B}" dt="2026-03-14T01:55:01.472" v="14539" actId="1076"/>
          <ac:picMkLst>
            <pc:docMk/>
            <pc:sldMk cId="0" sldId="268"/>
            <ac:picMk id="43" creationId="{22AA501E-E45A-1F51-8D2A-4D79E3ACAD9A}"/>
          </ac:picMkLst>
        </pc:picChg>
      </pc:sldChg>
      <pc:sldChg chg="addSp delSp modSp mod ord chgLayout">
        <pc:chgData name="새한 김" userId="3f8653d24e571dae" providerId="LiveId" clId="{AF92B0B0-5B66-48A6-9291-22FBDB459E6B}" dt="2026-03-13T14:01:12.473" v="12500" actId="1037"/>
        <pc:sldMkLst>
          <pc:docMk/>
          <pc:sldMk cId="0" sldId="269"/>
        </pc:sldMkLst>
        <pc:spChg chg="mod">
          <ac:chgData name="새한 김" userId="3f8653d24e571dae" providerId="LiveId" clId="{AF92B0B0-5B66-48A6-9291-22FBDB459E6B}" dt="2026-03-06T13:35:46.046" v="462" actId="21"/>
          <ac:spMkLst>
            <pc:docMk/>
            <pc:sldMk cId="0" sldId="269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7:31.488" v="827" actId="10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7:24.547" v="822" actId="103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06T13:32:05.009" v="160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5:45.482" v="769" actId="1035"/>
          <ac:spMkLst>
            <pc:docMk/>
            <pc:sldMk cId="0" sldId="269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37.278" v="702" actId="103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37.278" v="702" actId="103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46.060" v="708" actId="103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46.060" v="708" actId="103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4:51.731" v="711" actId="1036"/>
          <ac:spMkLst>
            <pc:docMk/>
            <pc:sldMk cId="0" sldId="269"/>
            <ac:spMk id="32" creationId="{00000000-0000-0000-0000-000000000000}"/>
          </ac:spMkLst>
        </pc:spChg>
        <pc:spChg chg="add del mod">
          <ac:chgData name="새한 김" userId="3f8653d24e571dae" providerId="LiveId" clId="{AF92B0B0-5B66-48A6-9291-22FBDB459E6B}" dt="2026-03-06T13:46:26.515" v="802" actId="107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새한 김" userId="3f8653d24e571dae" providerId="LiveId" clId="{AF92B0B0-5B66-48A6-9291-22FBDB459E6B}" dt="2026-03-06T13:46:26.515" v="802" actId="1076"/>
          <ac:spMkLst>
            <pc:docMk/>
            <pc:sldMk cId="0" sldId="269"/>
            <ac:spMk id="36" creationId="{00000000-0000-0000-0000-000000000000}"/>
          </ac:spMkLst>
        </pc:spChg>
        <pc:spChg chg="add mod">
          <ac:chgData name="새한 김" userId="3f8653d24e571dae" providerId="LiveId" clId="{AF92B0B0-5B66-48A6-9291-22FBDB459E6B}" dt="2026-03-06T13:35:35.947" v="461"/>
          <ac:spMkLst>
            <pc:docMk/>
            <pc:sldMk cId="0" sldId="269"/>
            <ac:spMk id="40" creationId="{993FC5BE-E506-AA85-D47D-44CFE18321C3}"/>
          </ac:spMkLst>
        </pc:spChg>
        <pc:spChg chg="add mod">
          <ac:chgData name="새한 김" userId="3f8653d24e571dae" providerId="LiveId" clId="{AF92B0B0-5B66-48A6-9291-22FBDB459E6B}" dt="2026-03-12T08:57:54.902" v="8538" actId="255"/>
          <ac:spMkLst>
            <pc:docMk/>
            <pc:sldMk cId="0" sldId="269"/>
            <ac:spMk id="41" creationId="{789E39E8-E167-9CED-8F8E-9CFE46119560}"/>
          </ac:spMkLst>
        </pc:spChg>
        <pc:grpChg chg="add mod">
          <ac:chgData name="새한 김" userId="3f8653d24e571dae" providerId="LiveId" clId="{AF92B0B0-5B66-48A6-9291-22FBDB459E6B}" dt="2026-03-13T14:01:12.473" v="12500" actId="1037"/>
          <ac:grpSpMkLst>
            <pc:docMk/>
            <pc:sldMk cId="0" sldId="269"/>
            <ac:grpSpMk id="39" creationId="{C18D24CF-BECF-F9B8-A73A-2D0BCC76AD9F}"/>
          </ac:grpSpMkLst>
        </pc:grpChg>
        <pc:graphicFrameChg chg="modGraphic">
          <ac:chgData name="새한 김" userId="3f8653d24e571dae" providerId="LiveId" clId="{AF92B0B0-5B66-48A6-9291-22FBDB459E6B}" dt="2026-03-06T13:47:14.100" v="807" actId="14100"/>
          <ac:graphicFrameMkLst>
            <pc:docMk/>
            <pc:sldMk cId="0" sldId="269"/>
            <ac:graphicFrameMk id="15" creationId="{00000000-0000-0000-0000-000000000000}"/>
          </ac:graphicFrameMkLst>
        </pc:graphicFrameChg>
        <pc:picChg chg="mod">
          <ac:chgData name="새한 김" userId="3f8653d24e571dae" providerId="LiveId" clId="{AF92B0B0-5B66-48A6-9291-22FBDB459E6B}" dt="2026-03-06T13:42:49.375" v="608" actId="14100"/>
          <ac:picMkLst>
            <pc:docMk/>
            <pc:sldMk cId="0" sldId="269"/>
            <ac:picMk id="3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47:24.547" v="822" actId="1035"/>
          <ac:picMkLst>
            <pc:docMk/>
            <pc:sldMk cId="0" sldId="269"/>
            <ac:picMk id="13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47:24.547" v="822" actId="1035"/>
          <ac:picMkLst>
            <pc:docMk/>
            <pc:sldMk cId="0" sldId="269"/>
            <ac:picMk id="16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31:23.220" v="149" actId="164"/>
          <ac:picMkLst>
            <pc:docMk/>
            <pc:sldMk cId="0" sldId="269"/>
            <ac:picMk id="19" creationId="{00000000-0000-0000-0000-000000000000}"/>
          </ac:picMkLst>
        </pc:picChg>
      </pc:sldChg>
      <pc:sldChg chg="addSp delSp modSp mod ord">
        <pc:chgData name="새한 김" userId="3f8653d24e571dae" providerId="LiveId" clId="{AF92B0B0-5B66-48A6-9291-22FBDB459E6B}" dt="2026-03-14T01:59:04.424" v="14674" actId="1076"/>
        <pc:sldMkLst>
          <pc:docMk/>
          <pc:sldMk cId="0" sldId="270"/>
        </pc:sldMkLst>
        <pc:spChg chg="mod">
          <ac:chgData name="새한 김" userId="3f8653d24e571dae" providerId="LiveId" clId="{AF92B0B0-5B66-48A6-9291-22FBDB459E6B}" dt="2026-03-06T13:36:14.571" v="468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06T13:36:14.571" v="468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6:48.527" v="14572" actId="10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12.018" v="14596" actId="107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06T13:36:14.571" v="468" actId="107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23.835" v="14618" actId="1038"/>
          <ac:spMkLst>
            <pc:docMk/>
            <pc:sldMk cId="0" sldId="270"/>
            <ac:spMk id="25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45.963" v="14666" actId="103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45.963" v="14666" actId="1037"/>
          <ac:spMkLst>
            <pc:docMk/>
            <pc:sldMk cId="0" sldId="270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45.963" v="14666" actId="1037"/>
          <ac:spMkLst>
            <pc:docMk/>
            <pc:sldMk cId="0" sldId="270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8:45.963" v="14666" actId="1037"/>
          <ac:spMkLst>
            <pc:docMk/>
            <pc:sldMk cId="0" sldId="270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06T13:38:29.546" v="522" actId="1076"/>
          <ac:spMkLst>
            <pc:docMk/>
            <pc:sldMk cId="0" sldId="270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06T13:36:14.571" v="468" actId="107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9:04.424" v="14674" actId="1076"/>
          <ac:spMkLst>
            <pc:docMk/>
            <pc:sldMk cId="0" sldId="270"/>
            <ac:spMk id="38" creationId="{00000000-0000-0000-0000-000000000000}"/>
          </ac:spMkLst>
        </pc:spChg>
        <pc:spChg chg="mod ord">
          <ac:chgData name="새한 김" userId="3f8653d24e571dae" providerId="LiveId" clId="{AF92B0B0-5B66-48A6-9291-22FBDB459E6B}" dt="2026-03-06T13:41:23.823" v="605" actId="207"/>
          <ac:spMkLst>
            <pc:docMk/>
            <pc:sldMk cId="0" sldId="270"/>
            <ac:spMk id="40" creationId="{00000000-0000-0000-0000-000000000000}"/>
          </ac:spMkLst>
        </pc:spChg>
        <pc:spChg chg="add del">
          <ac:chgData name="새한 김" userId="3f8653d24e571dae" providerId="LiveId" clId="{AF92B0B0-5B66-48A6-9291-22FBDB459E6B}" dt="2026-03-13T13:55:45.939" v="12385" actId="478"/>
          <ac:spMkLst>
            <pc:docMk/>
            <pc:sldMk cId="0" sldId="270"/>
            <ac:spMk id="43" creationId="{00000000-0000-0000-0000-000000000000}"/>
          </ac:spMkLst>
        </pc:spChg>
        <pc:spChg chg="add mod ord">
          <ac:chgData name="새한 김" userId="3f8653d24e571dae" providerId="LiveId" clId="{AF92B0B0-5B66-48A6-9291-22FBDB459E6B}" dt="2026-03-06T13:47:51.152" v="829" actId="2085"/>
          <ac:spMkLst>
            <pc:docMk/>
            <pc:sldMk cId="0" sldId="270"/>
            <ac:spMk id="47" creationId="{682FF872-2D02-A973-8707-16D032CDA70E}"/>
          </ac:spMkLst>
        </pc:spChg>
      </pc:sldChg>
      <pc:sldChg chg="addSp delSp modSp mod">
        <pc:chgData name="새한 김" userId="3f8653d24e571dae" providerId="LiveId" clId="{AF92B0B0-5B66-48A6-9291-22FBDB459E6B}" dt="2026-03-14T01:59:38.863" v="14676" actId="207"/>
        <pc:sldMkLst>
          <pc:docMk/>
          <pc:sldMk cId="0" sldId="271"/>
        </pc:sldMkLst>
        <pc:spChg chg="mod">
          <ac:chgData name="새한 김" userId="3f8653d24e571dae" providerId="LiveId" clId="{AF92B0B0-5B66-48A6-9291-22FBDB459E6B}" dt="2026-03-06T13:51:35.665" v="870" actId="2057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59:38.863" v="14676" actId="207"/>
          <ac:spMkLst>
            <pc:docMk/>
            <pc:sldMk cId="0" sldId="271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06T13:54:06.291" v="956" actId="10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06T13:54:06.291" v="956" actId="10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0T08:22:44.147" v="6764" actId="20577"/>
          <ac:spMkLst>
            <pc:docMk/>
            <pc:sldMk cId="0" sldId="271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06T13:54:13.165" v="973" actId="103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06T13:54:13.165" v="973" actId="103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0T08:23:33.873" v="6784"/>
          <ac:spMkLst>
            <pc:docMk/>
            <pc:sldMk cId="0" sldId="271"/>
            <ac:spMk id="24" creationId="{00000000-0000-0000-0000-000000000000}"/>
          </ac:spMkLst>
        </pc:spChg>
        <pc:picChg chg="mod">
          <ac:chgData name="새한 김" userId="3f8653d24e571dae" providerId="LiveId" clId="{AF92B0B0-5B66-48A6-9291-22FBDB459E6B}" dt="2026-03-06T14:06:36.587" v="1445" actId="1036"/>
          <ac:picMkLst>
            <pc:docMk/>
            <pc:sldMk cId="0" sldId="271"/>
            <ac:picMk id="3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54:06.291" v="956" actId="1036"/>
          <ac:picMkLst>
            <pc:docMk/>
            <pc:sldMk cId="0" sldId="271"/>
            <ac:picMk id="18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3:54:13.165" v="973" actId="1036"/>
          <ac:picMkLst>
            <pc:docMk/>
            <pc:sldMk cId="0" sldId="271"/>
            <ac:picMk id="22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06T13:55:37.370" v="1184" actId="16481"/>
          <ac:picMkLst>
            <pc:docMk/>
            <pc:sldMk cId="0" sldId="271"/>
            <ac:picMk id="1026" creationId="{DCCBBD83-48E1-3940-FC67-1DCAEC5AAE98}"/>
          </ac:picMkLst>
        </pc:picChg>
      </pc:sldChg>
      <pc:sldChg chg="addSp delSp modSp mod">
        <pc:chgData name="새한 김" userId="3f8653d24e571dae" providerId="LiveId" clId="{AF92B0B0-5B66-48A6-9291-22FBDB459E6B}" dt="2026-03-14T02:00:22.035" v="14681" actId="14100"/>
        <pc:sldMkLst>
          <pc:docMk/>
          <pc:sldMk cId="0" sldId="272"/>
        </pc:sldMkLst>
        <pc:spChg chg="add mod">
          <ac:chgData name="새한 김" userId="3f8653d24e571dae" providerId="LiveId" clId="{AF92B0B0-5B66-48A6-9291-22FBDB459E6B}" dt="2026-03-13T14:13:33.060" v="12790" actId="1076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13:33.060" v="12790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4T02:00:22.035" v="14681" actId="1410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09:58.962" v="12732" actId="1076"/>
          <ac:spMkLst>
            <pc:docMk/>
            <pc:sldMk cId="0" sldId="272"/>
            <ac:spMk id="22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13:33.060" v="12790" actId="1076"/>
          <ac:spMkLst>
            <pc:docMk/>
            <pc:sldMk cId="0" sldId="272"/>
            <ac:spMk id="24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13:54.228" v="12791" actId="1076"/>
          <ac:spMkLst>
            <pc:docMk/>
            <pc:sldMk cId="0" sldId="272"/>
            <ac:spMk id="26" creationId="{00000000-0000-0000-0000-000000000000}"/>
          </ac:spMkLst>
        </pc:spChg>
        <pc:spChg chg="add mod">
          <ac:chgData name="새한 김" userId="3f8653d24e571dae" providerId="LiveId" clId="{AF92B0B0-5B66-48A6-9291-22FBDB459E6B}" dt="2026-03-10T08:25:58.712" v="6804" actId="1037"/>
          <ac:spMkLst>
            <pc:docMk/>
            <pc:sldMk cId="0" sldId="272"/>
            <ac:spMk id="27" creationId="{20325919-8729-5B44-C7EC-4B25AF448650}"/>
          </ac:spMkLst>
        </pc:spChg>
        <pc:spChg chg="add mod">
          <ac:chgData name="새한 김" userId="3f8653d24e571dae" providerId="LiveId" clId="{AF92B0B0-5B66-48A6-9291-22FBDB459E6B}" dt="2026-03-10T08:25:54.087" v="6801"/>
          <ac:spMkLst>
            <pc:docMk/>
            <pc:sldMk cId="0" sldId="272"/>
            <ac:spMk id="28" creationId="{7166E8BF-2243-7FFF-7519-157DEB7D00A5}"/>
          </ac:spMkLst>
        </pc:spChg>
        <pc:spChg chg="add mod">
          <ac:chgData name="새한 김" userId="3f8653d24e571dae" providerId="LiveId" clId="{AF92B0B0-5B66-48A6-9291-22FBDB459E6B}" dt="2026-03-13T14:13:54.228" v="12791" actId="1076"/>
          <ac:spMkLst>
            <pc:docMk/>
            <pc:sldMk cId="0" sldId="272"/>
            <ac:spMk id="30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13:54.228" v="12791" actId="1076"/>
          <ac:spMkLst>
            <pc:docMk/>
            <pc:sldMk cId="0" sldId="272"/>
            <ac:spMk id="31" creationId="{00000000-0000-0000-0000-000000000000}"/>
          </ac:spMkLst>
        </pc:spChg>
        <pc:picChg chg="mod">
          <ac:chgData name="새한 김" userId="3f8653d24e571dae" providerId="LiveId" clId="{AF92B0B0-5B66-48A6-9291-22FBDB459E6B}" dt="2026-03-13T14:08:00.047" v="12707" actId="1076"/>
          <ac:picMkLst>
            <pc:docMk/>
            <pc:sldMk cId="0" sldId="272"/>
            <ac:picMk id="3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3T14:13:33.060" v="12790" actId="1076"/>
          <ac:picMkLst>
            <pc:docMk/>
            <pc:sldMk cId="0" sldId="272"/>
            <ac:picMk id="9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2:00:10.858" v="14678" actId="1076"/>
          <ac:picMkLst>
            <pc:docMk/>
            <pc:sldMk cId="0" sldId="272"/>
            <ac:picMk id="12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3T14:13:54.228" v="12791" actId="1076"/>
          <ac:picMkLst>
            <pc:docMk/>
            <pc:sldMk cId="0" sldId="272"/>
            <ac:picMk id="29" creationId="{00000000-0000-0000-0000-000000000000}"/>
          </ac:picMkLst>
        </pc:picChg>
      </pc:sldChg>
      <pc:sldChg chg="addSp delSp modSp mod">
        <pc:chgData name="새한 김" userId="3f8653d24e571dae" providerId="LiveId" clId="{AF92B0B0-5B66-48A6-9291-22FBDB459E6B}" dt="2026-03-13T14:34:02.387" v="13181" actId="404"/>
        <pc:sldMkLst>
          <pc:docMk/>
          <pc:sldMk cId="0" sldId="273"/>
        </pc:sldMkLst>
        <pc:spChg chg="mod">
          <ac:chgData name="새한 김" userId="3f8653d24e571dae" providerId="LiveId" clId="{AF92B0B0-5B66-48A6-9291-22FBDB459E6B}" dt="2026-03-13T13:56:22.648" v="12394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새한 김" userId="3f8653d24e571dae" providerId="LiveId" clId="{AF92B0B0-5B66-48A6-9291-22FBDB459E6B}" dt="2026-03-07T07:26:53.775" v="4188" actId="1036"/>
          <ac:spMkLst>
            <pc:docMk/>
            <pc:sldMk cId="0" sldId="273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07T07:26:53.775" v="4188" actId="10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6:52.892" v="12838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7:55.660" v="13099" actId="403"/>
          <ac:spMkLst>
            <pc:docMk/>
            <pc:sldMk cId="0" sldId="273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07T07:26:44.979" v="4181" actId="103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새한 김" userId="3f8653d24e571dae" providerId="LiveId" clId="{AF92B0B0-5B66-48A6-9291-22FBDB459E6B}" dt="2026-03-07T07:26:44.979" v="4181" actId="103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3T14:01:43.509" v="12502" actId="2057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21.079" v="12880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07T07:26:44.979" v="4181" actId="103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35.699" v="12882" actId="2057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14.606" v="12879" actId="1036"/>
          <ac:spMkLst>
            <pc:docMk/>
            <pc:sldMk cId="0" sldId="273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4:10.300" v="7127" actId="14100"/>
          <ac:spMkLst>
            <pc:docMk/>
            <pc:sldMk cId="0" sldId="273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35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2:17.792" v="7095" actId="1037"/>
          <ac:spMkLst>
            <pc:docMk/>
            <pc:sldMk cId="0" sldId="273"/>
            <ac:spMk id="37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3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4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43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45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47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4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17:07.959" v="12869" actId="1036"/>
          <ac:spMkLst>
            <pc:docMk/>
            <pc:sldMk cId="0" sldId="273"/>
            <ac:spMk id="51" creationId="{00000000-0000-0000-0000-000000000000}"/>
          </ac:spMkLst>
        </pc:spChg>
        <pc:spChg chg="add del mod">
          <ac:chgData name="새한 김" userId="3f8653d24e571dae" providerId="LiveId" clId="{AF92B0B0-5B66-48A6-9291-22FBDB459E6B}" dt="2026-03-13T14:16:34.586" v="12831" actId="1076"/>
          <ac:spMkLst>
            <pc:docMk/>
            <pc:sldMk cId="0" sldId="273"/>
            <ac:spMk id="52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33:56.695" v="13179" actId="404"/>
          <ac:spMkLst>
            <pc:docMk/>
            <pc:sldMk cId="0" sldId="273"/>
            <ac:spMk id="54" creationId="{BF14FA5D-52F3-9C47-6501-DDC348EDF918}"/>
          </ac:spMkLst>
        </pc:spChg>
        <pc:spChg chg="add mod">
          <ac:chgData name="새한 김" userId="3f8653d24e571dae" providerId="LiveId" clId="{AF92B0B0-5B66-48A6-9291-22FBDB459E6B}" dt="2026-03-13T14:34:02.387" v="13181" actId="404"/>
          <ac:spMkLst>
            <pc:docMk/>
            <pc:sldMk cId="0" sldId="273"/>
            <ac:spMk id="56" creationId="{45614E5F-91D1-302F-E10B-09E10C995828}"/>
          </ac:spMkLst>
        </pc:spChg>
        <pc:picChg chg="mod">
          <ac:chgData name="새한 김" userId="3f8653d24e571dae" providerId="LiveId" clId="{AF92B0B0-5B66-48A6-9291-22FBDB459E6B}" dt="2026-03-13T13:56:18.819" v="12393" actId="1076"/>
          <ac:picMkLst>
            <pc:docMk/>
            <pc:sldMk cId="0" sldId="273"/>
            <ac:picMk id="3" creationId="{00000000-0000-0000-0000-000000000000}"/>
          </ac:picMkLst>
        </pc:picChg>
        <pc:picChg chg="mod modCrop">
          <ac:chgData name="새한 김" userId="3f8653d24e571dae" providerId="LiveId" clId="{AF92B0B0-5B66-48A6-9291-22FBDB459E6B}" dt="2026-03-13T14:16:31.353" v="12830" actId="1037"/>
          <ac:picMkLst>
            <pc:docMk/>
            <pc:sldMk cId="0" sldId="273"/>
            <ac:picMk id="11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4:13.792" v="7129" actId="14100"/>
          <ac:picMkLst>
            <pc:docMk/>
            <pc:sldMk cId="0" sldId="273"/>
            <ac:picMk id="28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3:57.099" v="7121" actId="14100"/>
          <ac:picMkLst>
            <pc:docMk/>
            <pc:sldMk cId="0" sldId="273"/>
            <ac:picMk id="30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3:20.967" v="7114" actId="14100"/>
          <ac:picMkLst>
            <pc:docMk/>
            <pc:sldMk cId="0" sldId="273"/>
            <ac:picMk id="32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3:30.014" v="7117" actId="14100"/>
          <ac:picMkLst>
            <pc:docMk/>
            <pc:sldMk cId="0" sldId="273"/>
            <ac:picMk id="34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3:43.832" v="7120" actId="14100"/>
          <ac:picMkLst>
            <pc:docMk/>
            <pc:sldMk cId="0" sldId="273"/>
            <ac:picMk id="36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2:17.792" v="7095" actId="1037"/>
          <ac:picMkLst>
            <pc:docMk/>
            <pc:sldMk cId="0" sldId="273"/>
            <ac:picMk id="38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2:59.168" v="7111" actId="1076"/>
          <ac:picMkLst>
            <pc:docMk/>
            <pc:sldMk cId="0" sldId="273"/>
            <ac:picMk id="48" creationId="{00000000-0000-0000-0000-000000000000}"/>
          </ac:picMkLst>
        </pc:picChg>
        <pc:picChg chg="add mod modCrop">
          <ac:chgData name="새한 김" userId="3f8653d24e571dae" providerId="LiveId" clId="{AF92B0B0-5B66-48A6-9291-22FBDB459E6B}" dt="2026-03-13T14:16:36.890" v="12835" actId="1037"/>
          <ac:picMkLst>
            <pc:docMk/>
            <pc:sldMk cId="0" sldId="273"/>
            <ac:picMk id="57" creationId="{19CD0AE9-CCB8-9B40-6E5D-96F009826C6B}"/>
          </ac:picMkLst>
        </pc:picChg>
      </pc:sldChg>
      <pc:sldChg chg="addSp delSp modSp mod">
        <pc:chgData name="새한 김" userId="3f8653d24e571dae" providerId="LiveId" clId="{AF92B0B0-5B66-48A6-9291-22FBDB459E6B}" dt="2026-03-13T14:25:34.094" v="13071" actId="1037"/>
        <pc:sldMkLst>
          <pc:docMk/>
          <pc:sldMk cId="0" sldId="274"/>
        </pc:sldMkLst>
        <pc:spChg chg="mod">
          <ac:chgData name="새한 김" userId="3f8653d24e571dae" providerId="LiveId" clId="{AF92B0B0-5B66-48A6-9291-22FBDB459E6B}" dt="2026-03-07T07:27:06.670" v="4196" actId="20577"/>
          <ac:spMkLst>
            <pc:docMk/>
            <pc:sldMk cId="0" sldId="274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03.539" v="12976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3:29.818" v="12944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5:19.665" v="13064" actId="6549"/>
          <ac:spMkLst>
            <pc:docMk/>
            <pc:sldMk cId="0" sldId="274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23:29.818" v="12944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06T15:57:39.620" v="2460" actId="164"/>
          <ac:spMkLst>
            <pc:docMk/>
            <pc:sldMk cId="0" sldId="274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06T15:59:56.231" v="2555" actId="20577"/>
          <ac:spMkLst>
            <pc:docMk/>
            <pc:sldMk cId="0" sldId="274"/>
            <ac:spMk id="25" creationId="{00000000-0000-0000-0000-000000000000}"/>
          </ac:spMkLst>
        </pc:spChg>
        <pc:spChg chg="add mod ord">
          <ac:chgData name="새한 김" userId="3f8653d24e571dae" providerId="LiveId" clId="{AF92B0B0-5B66-48A6-9291-22FBDB459E6B}" dt="2026-03-13T14:25:29.377" v="13065" actId="14100"/>
          <ac:spMkLst>
            <pc:docMk/>
            <pc:sldMk cId="0" sldId="274"/>
            <ac:spMk id="28" creationId="{9A537920-BF15-A726-9857-FB2283D1FE16}"/>
          </ac:spMkLst>
        </pc:spChg>
        <pc:spChg chg="mod">
          <ac:chgData name="새한 김" userId="3f8653d24e571dae" providerId="LiveId" clId="{AF92B0B0-5B66-48A6-9291-22FBDB459E6B}" dt="2026-03-06T15:57:41.148" v="2461"/>
          <ac:spMkLst>
            <pc:docMk/>
            <pc:sldMk cId="0" sldId="274"/>
            <ac:spMk id="48" creationId="{CCDB61F7-15C6-FDD3-C591-1B061EAAA4BD}"/>
          </ac:spMkLst>
        </pc:spChg>
        <pc:spChg chg="mod">
          <ac:chgData name="새한 김" userId="3f8653d24e571dae" providerId="LiveId" clId="{AF92B0B0-5B66-48A6-9291-22FBDB459E6B}" dt="2026-03-06T15:57:41.148" v="2461"/>
          <ac:spMkLst>
            <pc:docMk/>
            <pc:sldMk cId="0" sldId="274"/>
            <ac:spMk id="49" creationId="{E1B87955-EA35-7CCC-3BB2-BAA0C3B498FC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52" creationId="{F5AD0EDE-61E0-1337-7D29-811B9A0DD73D}"/>
          </ac:spMkLst>
        </pc:spChg>
        <pc:spChg chg="mod">
          <ac:chgData name="새한 김" userId="3f8653d24e571dae" providerId="LiveId" clId="{AF92B0B0-5B66-48A6-9291-22FBDB459E6B}" dt="2026-03-06T15:59:04.836" v="2532" actId="20577"/>
          <ac:spMkLst>
            <pc:docMk/>
            <pc:sldMk cId="0" sldId="274"/>
            <ac:spMk id="53" creationId="{93BF8297-6EC4-6521-7842-F336A73CD833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56" creationId="{D22987BC-0178-A2E5-B1B9-BA5B6CECBA9D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57" creationId="{67CD4DA9-ABA8-37FC-4414-90375E490D90}"/>
          </ac:spMkLst>
        </pc:spChg>
        <pc:spChg chg="mod">
          <ac:chgData name="새한 김" userId="3f8653d24e571dae" providerId="LiveId" clId="{AF92B0B0-5B66-48A6-9291-22FBDB459E6B}" dt="2026-03-06T15:57:43.293" v="2464"/>
          <ac:spMkLst>
            <pc:docMk/>
            <pc:sldMk cId="0" sldId="274"/>
            <ac:spMk id="60" creationId="{2F64038A-7696-170B-C529-11D640660F3B}"/>
          </ac:spMkLst>
        </pc:spChg>
        <pc:spChg chg="mod">
          <ac:chgData name="새한 김" userId="3f8653d24e571dae" providerId="LiveId" clId="{AF92B0B0-5B66-48A6-9291-22FBDB459E6B}" dt="2026-03-06T15:58:21.297" v="2488" actId="1036"/>
          <ac:spMkLst>
            <pc:docMk/>
            <pc:sldMk cId="0" sldId="274"/>
            <ac:spMk id="61" creationId="{70C8AC2D-DD0B-2CE5-0F87-80665F5A0F85}"/>
          </ac:spMkLst>
        </pc:spChg>
        <pc:spChg chg="mod">
          <ac:chgData name="새한 김" userId="3f8653d24e571dae" providerId="LiveId" clId="{AF92B0B0-5B66-48A6-9291-22FBDB459E6B}" dt="2026-03-13T14:24:17.226" v="12990" actId="1036"/>
          <ac:spMkLst>
            <pc:docMk/>
            <pc:sldMk cId="0" sldId="274"/>
            <ac:spMk id="64" creationId="{CF32E512-F838-1045-88DC-8E8777D16677}"/>
          </ac:spMkLst>
        </pc:spChg>
        <pc:spChg chg="mod">
          <ac:chgData name="새한 김" userId="3f8653d24e571dae" providerId="LiveId" clId="{AF92B0B0-5B66-48A6-9291-22FBDB459E6B}" dt="2026-03-06T15:59:46.744" v="2553" actId="1035"/>
          <ac:spMkLst>
            <pc:docMk/>
            <pc:sldMk cId="0" sldId="274"/>
            <ac:spMk id="65" creationId="{BB4EE206-40DE-BCD8-8D12-27BE9F2E50F9}"/>
          </ac:spMkLst>
        </pc:spChg>
        <pc:grpChg chg="add mod">
          <ac:chgData name="새한 김" userId="3f8653d24e571dae" providerId="LiveId" clId="{AF92B0B0-5B66-48A6-9291-22FBDB459E6B}" dt="2026-03-06T16:00:11.857" v="2556" actId="1076"/>
          <ac:grpSpMkLst>
            <pc:docMk/>
            <pc:sldMk cId="0" sldId="274"/>
            <ac:grpSpMk id="46" creationId="{F5996798-7B07-83C0-43F1-A8837AAEF264}"/>
          </ac:grpSpMkLst>
        </pc:grpChg>
        <pc:grpChg chg="add mod">
          <ac:chgData name="새한 김" userId="3f8653d24e571dae" providerId="LiveId" clId="{AF92B0B0-5B66-48A6-9291-22FBDB459E6B}" dt="2026-03-06T16:00:11.857" v="2556" actId="1076"/>
          <ac:grpSpMkLst>
            <pc:docMk/>
            <pc:sldMk cId="0" sldId="274"/>
            <ac:grpSpMk id="47" creationId="{072CF01A-23A4-EBBA-FAD0-BE904AFFCA99}"/>
          </ac:grpSpMkLst>
        </pc:grpChg>
        <pc:grpChg chg="add mod">
          <ac:chgData name="새한 김" userId="3f8653d24e571dae" providerId="LiveId" clId="{AF92B0B0-5B66-48A6-9291-22FBDB459E6B}" dt="2026-03-06T16:00:21.188" v="2577" actId="1035"/>
          <ac:grpSpMkLst>
            <pc:docMk/>
            <pc:sldMk cId="0" sldId="274"/>
            <ac:grpSpMk id="51" creationId="{F674EA62-7324-7EC3-B5A6-317B2B16630B}"/>
          </ac:grpSpMkLst>
        </pc:grpChg>
        <pc:grpChg chg="add mod">
          <ac:chgData name="새한 김" userId="3f8653d24e571dae" providerId="LiveId" clId="{AF92B0B0-5B66-48A6-9291-22FBDB459E6B}" dt="2026-03-06T16:00:43.372" v="2597" actId="1038"/>
          <ac:grpSpMkLst>
            <pc:docMk/>
            <pc:sldMk cId="0" sldId="274"/>
            <ac:grpSpMk id="55" creationId="{E753AE43-D093-E3EF-2D28-CB5B084FF503}"/>
          </ac:grpSpMkLst>
        </pc:grpChg>
        <pc:grpChg chg="add mod">
          <ac:chgData name="새한 김" userId="3f8653d24e571dae" providerId="LiveId" clId="{AF92B0B0-5B66-48A6-9291-22FBDB459E6B}" dt="2026-03-06T16:00:11.857" v="2556" actId="1076"/>
          <ac:grpSpMkLst>
            <pc:docMk/>
            <pc:sldMk cId="0" sldId="274"/>
            <ac:grpSpMk id="59" creationId="{376F6071-6B29-B1C2-1E03-CBB0C0CA41BF}"/>
          </ac:grpSpMkLst>
        </pc:grpChg>
        <pc:grpChg chg="add mod">
          <ac:chgData name="새한 김" userId="3f8653d24e571dae" providerId="LiveId" clId="{AF92B0B0-5B66-48A6-9291-22FBDB459E6B}" dt="2026-03-06T16:00:28.488" v="2588" actId="1037"/>
          <ac:grpSpMkLst>
            <pc:docMk/>
            <pc:sldMk cId="0" sldId="274"/>
            <ac:grpSpMk id="63" creationId="{246E41AC-993A-EC6D-983F-F42C656F2AEE}"/>
          </ac:grpSpMkLst>
        </pc:grpChg>
        <pc:picChg chg="mod ord">
          <ac:chgData name="새한 김" userId="3f8653d24e571dae" providerId="LiveId" clId="{AF92B0B0-5B66-48A6-9291-22FBDB459E6B}" dt="2026-03-13T14:23:59.768" v="12975" actId="1076"/>
          <ac:picMkLst>
            <pc:docMk/>
            <pc:sldMk cId="0" sldId="274"/>
            <ac:picMk id="3" creationId="{00000000-0000-0000-0000-000000000000}"/>
          </ac:picMkLst>
        </pc:picChg>
        <pc:picChg chg="mod">
          <ac:chgData name="새한 김" userId="3f8653d24e571dae" providerId="LiveId" clId="{AF92B0B0-5B66-48A6-9291-22FBDB459E6B}" dt="2026-03-13T14:23:29.818" v="12944" actId="1076"/>
          <ac:picMkLst>
            <pc:docMk/>
            <pc:sldMk cId="0" sldId="274"/>
            <ac:picMk id="14" creationId="{00000000-0000-0000-0000-000000000000}"/>
          </ac:picMkLst>
        </pc:picChg>
        <pc:picChg chg="mod">
          <ac:chgData name="새한 김" userId="3f8653d24e571dae" providerId="LiveId" clId="{AF92B0B0-5B66-48A6-9291-22FBDB459E6B}" dt="2026-03-13T14:23:29.818" v="12944" actId="1076"/>
          <ac:picMkLst>
            <pc:docMk/>
            <pc:sldMk cId="0" sldId="274"/>
            <ac:picMk id="22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5:57:39.620" v="2460" actId="164"/>
          <ac:picMkLst>
            <pc:docMk/>
            <pc:sldMk cId="0" sldId="274"/>
            <ac:picMk id="26" creationId="{00000000-0000-0000-0000-000000000000}"/>
          </ac:picMkLst>
        </pc:picChg>
        <pc:picChg chg="mod">
          <ac:chgData name="새한 김" userId="3f8653d24e571dae" providerId="LiveId" clId="{AF92B0B0-5B66-48A6-9291-22FBDB459E6B}" dt="2026-03-06T15:57:41.148" v="2461"/>
          <ac:picMkLst>
            <pc:docMk/>
            <pc:sldMk cId="0" sldId="274"/>
            <ac:picMk id="50" creationId="{15D4D5EE-1D69-3B61-297B-B164A2816887}"/>
          </ac:picMkLst>
        </pc:picChg>
        <pc:picChg chg="mod">
          <ac:chgData name="새한 김" userId="3f8653d24e571dae" providerId="LiveId" clId="{AF92B0B0-5B66-48A6-9291-22FBDB459E6B}" dt="2026-03-06T15:57:42.140" v="2462"/>
          <ac:picMkLst>
            <pc:docMk/>
            <pc:sldMk cId="0" sldId="274"/>
            <ac:picMk id="54" creationId="{4CC3D1C2-FEE5-21CA-EAD1-0E5A5734EB4B}"/>
          </ac:picMkLst>
        </pc:picChg>
        <pc:picChg chg="mod">
          <ac:chgData name="새한 김" userId="3f8653d24e571dae" providerId="LiveId" clId="{AF92B0B0-5B66-48A6-9291-22FBDB459E6B}" dt="2026-03-06T15:57:43.040" v="2463"/>
          <ac:picMkLst>
            <pc:docMk/>
            <pc:sldMk cId="0" sldId="274"/>
            <ac:picMk id="58" creationId="{8B034B66-DA5E-A555-2C56-4BBA559DBC31}"/>
          </ac:picMkLst>
        </pc:picChg>
        <pc:picChg chg="mod">
          <ac:chgData name="새한 김" userId="3f8653d24e571dae" providerId="LiveId" clId="{AF92B0B0-5B66-48A6-9291-22FBDB459E6B}" dt="2026-03-06T15:57:43.293" v="2464"/>
          <ac:picMkLst>
            <pc:docMk/>
            <pc:sldMk cId="0" sldId="274"/>
            <ac:picMk id="62" creationId="{AC775379-DF8D-B3D5-BC05-31FC4C74420C}"/>
          </ac:picMkLst>
        </pc:picChg>
        <pc:picChg chg="mod">
          <ac:chgData name="새한 김" userId="3f8653d24e571dae" providerId="LiveId" clId="{AF92B0B0-5B66-48A6-9291-22FBDB459E6B}" dt="2026-03-06T15:57:43.565" v="2465"/>
          <ac:picMkLst>
            <pc:docMk/>
            <pc:sldMk cId="0" sldId="274"/>
            <ac:picMk id="66" creationId="{B4956FF9-5348-2E6F-A689-CBEAB2993BDC}"/>
          </ac:picMkLst>
        </pc:picChg>
        <pc:picChg chg="add mod">
          <ac:chgData name="새한 김" userId="3f8653d24e571dae" providerId="LiveId" clId="{AF92B0B0-5B66-48A6-9291-22FBDB459E6B}" dt="2026-03-13T14:25:34.094" v="13071" actId="1037"/>
          <ac:picMkLst>
            <pc:docMk/>
            <pc:sldMk cId="0" sldId="274"/>
            <ac:picMk id="2050" creationId="{0E280A98-A9F4-4149-1CAF-34004AEEF633}"/>
          </ac:picMkLst>
        </pc:picChg>
      </pc:sldChg>
      <pc:sldChg chg="addSp delSp modSp mod">
        <pc:chgData name="새한 김" userId="3f8653d24e571dae" providerId="LiveId" clId="{AF92B0B0-5B66-48A6-9291-22FBDB459E6B}" dt="2026-03-13T14:36:42.925" v="13264" actId="14100"/>
        <pc:sldMkLst>
          <pc:docMk/>
          <pc:sldMk cId="0" sldId="275"/>
        </pc:sldMkLst>
        <pc:spChg chg="mod">
          <ac:chgData name="새한 김" userId="3f8653d24e571dae" providerId="LiveId" clId="{AF92B0B0-5B66-48A6-9291-22FBDB459E6B}" dt="2026-03-07T07:27:13.440" v="4205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6:42.925" v="13264" actId="1410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5:05.653" v="13214" actId="1038"/>
          <ac:spMkLst>
            <pc:docMk/>
            <pc:sldMk cId="0" sldId="275"/>
            <ac:spMk id="32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0:19.685" v="7001" actId="1037"/>
          <ac:spMkLst>
            <pc:docMk/>
            <pc:sldMk cId="0" sldId="275"/>
            <ac:spMk id="34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0:19.685" v="7001" actId="1037"/>
          <ac:spMkLst>
            <pc:docMk/>
            <pc:sldMk cId="0" sldId="275"/>
            <ac:spMk id="35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4:36:32.709" v="13262" actId="1076"/>
          <ac:spMkLst>
            <pc:docMk/>
            <pc:sldMk cId="0" sldId="275"/>
            <ac:spMk id="41" creationId="{5CACBA00-C46D-3766-693B-97F5F47E5306}"/>
          </ac:spMkLst>
        </pc:spChg>
        <pc:picChg chg="mod">
          <ac:chgData name="새한 김" userId="3f8653d24e571dae" providerId="LiveId" clId="{AF92B0B0-5B66-48A6-9291-22FBDB459E6B}" dt="2026-03-10T08:29:29.444" v="6934" actId="1037"/>
          <ac:picMkLst>
            <pc:docMk/>
            <pc:sldMk cId="0" sldId="275"/>
            <ac:picMk id="30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0:19.685" v="7001" actId="1037"/>
          <ac:picMkLst>
            <pc:docMk/>
            <pc:sldMk cId="0" sldId="275"/>
            <ac:picMk id="33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0:19.685" v="7001" actId="1037"/>
          <ac:picMkLst>
            <pc:docMk/>
            <pc:sldMk cId="0" sldId="275"/>
            <ac:picMk id="36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3T14:36:32.709" v="13262" actId="1076"/>
          <ac:picMkLst>
            <pc:docMk/>
            <pc:sldMk cId="0" sldId="275"/>
            <ac:picMk id="42" creationId="{58BC9C97-3720-DAEF-9DED-CC6682BFF134}"/>
          </ac:picMkLst>
        </pc:picChg>
        <pc:picChg chg="add mod">
          <ac:chgData name="새한 김" userId="3f8653d24e571dae" providerId="LiveId" clId="{AF92B0B0-5B66-48A6-9291-22FBDB459E6B}" dt="2026-03-13T14:36:32.709" v="13262" actId="1076"/>
          <ac:picMkLst>
            <pc:docMk/>
            <pc:sldMk cId="0" sldId="275"/>
            <ac:picMk id="4098" creationId="{EE678413-8B3E-A98E-9EB2-045D5E592125}"/>
          </ac:picMkLst>
        </pc:picChg>
      </pc:sldChg>
      <pc:sldChg chg="delSp modSp mod">
        <pc:chgData name="새한 김" userId="3f8653d24e571dae" providerId="LiveId" clId="{AF92B0B0-5B66-48A6-9291-22FBDB459E6B}" dt="2026-03-13T13:56:44.806" v="12397" actId="478"/>
        <pc:sldMkLst>
          <pc:docMk/>
          <pc:sldMk cId="0" sldId="276"/>
        </pc:sldMkLst>
        <pc:spChg chg="mod">
          <ac:chgData name="새한 김" userId="3f8653d24e571dae" providerId="LiveId" clId="{AF92B0B0-5B66-48A6-9291-22FBDB459E6B}" dt="2026-03-07T01:48:29.626" v="3130" actId="20577"/>
          <ac:spMkLst>
            <pc:docMk/>
            <pc:sldMk cId="0" sldId="276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8:59.724" v="3164" actId="14100"/>
          <ac:spMkLst>
            <pc:docMk/>
            <pc:sldMk cId="0" sldId="276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9:22.921" v="3190" actId="2057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9:26.758" v="3192" actId="20577"/>
          <ac:spMkLst>
            <pc:docMk/>
            <pc:sldMk cId="0" sldId="276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9:08.524" v="3183" actId="20577"/>
          <ac:spMkLst>
            <pc:docMk/>
            <pc:sldMk cId="0" sldId="276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9:15.877" v="3186" actId="20577"/>
          <ac:spMkLst>
            <pc:docMk/>
            <pc:sldMk cId="0" sldId="276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07T01:49:19.440" v="3188" actId="20577"/>
          <ac:spMkLst>
            <pc:docMk/>
            <pc:sldMk cId="0" sldId="276"/>
            <ac:spMk id="27" creationId="{00000000-0000-0000-0000-000000000000}"/>
          </ac:spMkLst>
        </pc:spChg>
      </pc:sldChg>
      <pc:sldChg chg="delSp modSp mod ord">
        <pc:chgData name="새한 김" userId="3f8653d24e571dae" providerId="LiveId" clId="{AF92B0B0-5B66-48A6-9291-22FBDB459E6B}" dt="2026-03-13T14:38:48.191" v="13332" actId="6549"/>
        <pc:sldMkLst>
          <pc:docMk/>
          <pc:sldMk cId="0" sldId="277"/>
        </pc:sldMkLst>
        <pc:spChg chg="mod">
          <ac:chgData name="새한 김" userId="3f8653d24e571dae" providerId="LiveId" clId="{AF92B0B0-5B66-48A6-9291-22FBDB459E6B}" dt="2026-03-13T14:37:46.229" v="13322" actId="20577"/>
          <ac:spMkLst>
            <pc:docMk/>
            <pc:sldMk cId="0" sldId="277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38:48.191" v="13332" actId="6549"/>
          <ac:spMkLst>
            <pc:docMk/>
            <pc:sldMk cId="0" sldId="277"/>
            <ac:spMk id="18" creationId="{00000000-0000-0000-0000-000000000000}"/>
          </ac:spMkLst>
        </pc:spChg>
        <pc:picChg chg="mod modCrop">
          <ac:chgData name="새한 김" userId="3f8653d24e571dae" providerId="LiveId" clId="{AF92B0B0-5B66-48A6-9291-22FBDB459E6B}" dt="2026-03-06T15:48:31.199" v="2280" actId="14100"/>
          <ac:picMkLst>
            <pc:docMk/>
            <pc:sldMk cId="0" sldId="277"/>
            <ac:picMk id="9" creationId="{00000000-0000-0000-0000-000000000000}"/>
          </ac:picMkLst>
        </pc:picChg>
      </pc:sldChg>
      <pc:sldChg chg="delSp modSp mod ord">
        <pc:chgData name="새한 김" userId="3f8653d24e571dae" providerId="LiveId" clId="{AF92B0B0-5B66-48A6-9291-22FBDB459E6B}" dt="2026-03-13T14:40:06.115" v="13398" actId="20577"/>
        <pc:sldMkLst>
          <pc:docMk/>
          <pc:sldMk cId="0" sldId="278"/>
        </pc:sldMkLst>
        <pc:spChg chg="mod">
          <ac:chgData name="새한 김" userId="3f8653d24e571dae" providerId="LiveId" clId="{AF92B0B0-5B66-48A6-9291-22FBDB459E6B}" dt="2026-03-13T14:39:46.873" v="13385" actId="20577"/>
          <ac:spMkLst>
            <pc:docMk/>
            <pc:sldMk cId="0" sldId="278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6:45.131" v="7202" actId="103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새한 김" userId="3f8653d24e571dae" providerId="LiveId" clId="{AF92B0B0-5B66-48A6-9291-22FBDB459E6B}" dt="2026-03-10T08:36:45.131" v="7202" actId="103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0:06.115" v="13398" actId="20577"/>
          <ac:spMkLst>
            <pc:docMk/>
            <pc:sldMk cId="0" sldId="278"/>
            <ac:spMk id="20" creationId="{00000000-0000-0000-0000-000000000000}"/>
          </ac:spMkLst>
        </pc:spChg>
        <pc:picChg chg="mod">
          <ac:chgData name="새한 김" userId="3f8653d24e571dae" providerId="LiveId" clId="{AF92B0B0-5B66-48A6-9291-22FBDB459E6B}" dt="2026-03-10T08:35:46.720" v="7165" actId="1076"/>
          <ac:picMkLst>
            <pc:docMk/>
            <pc:sldMk cId="0" sldId="278"/>
            <ac:picMk id="3" creationId="{00000000-0000-0000-0000-000000000000}"/>
          </ac:picMkLst>
        </pc:picChg>
        <pc:picChg chg="mod">
          <ac:chgData name="새한 김" userId="3f8653d24e571dae" providerId="LiveId" clId="{AF92B0B0-5B66-48A6-9291-22FBDB459E6B}" dt="2026-03-10T08:36:45.131" v="7202" actId="1036"/>
          <ac:picMkLst>
            <pc:docMk/>
            <pc:sldMk cId="0" sldId="278"/>
            <ac:picMk id="18" creationId="{00000000-0000-0000-0000-000000000000}"/>
          </ac:picMkLst>
        </pc:picChg>
      </pc:sldChg>
      <pc:sldChg chg="addSp delSp modSp mod ord">
        <pc:chgData name="새한 김" userId="3f8653d24e571dae" providerId="LiveId" clId="{AF92B0B0-5B66-48A6-9291-22FBDB459E6B}" dt="2026-03-14T01:32:37.385" v="13846" actId="1037"/>
        <pc:sldMkLst>
          <pc:docMk/>
          <pc:sldMk cId="0" sldId="281"/>
        </pc:sldMkLst>
        <pc:spChg chg="mod">
          <ac:chgData name="새한 김" userId="3f8653d24e571dae" providerId="LiveId" clId="{AF92B0B0-5B66-48A6-9291-22FBDB459E6B}" dt="2026-03-13T13:30:52.507" v="11314" actId="14100"/>
          <ac:spMkLst>
            <pc:docMk/>
            <pc:sldMk cId="0" sldId="281"/>
            <ac:spMk id="10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3:36:30.945" v="11444" actId="403"/>
          <ac:spMkLst>
            <pc:docMk/>
            <pc:sldMk cId="0" sldId="281"/>
            <ac:spMk id="37" creationId="{59D98774-4CE1-4197-3749-12D1D67077C1}"/>
          </ac:spMkLst>
        </pc:spChg>
        <pc:spChg chg="add mod">
          <ac:chgData name="새한 김" userId="3f8653d24e571dae" providerId="LiveId" clId="{AF92B0B0-5B66-48A6-9291-22FBDB459E6B}" dt="2026-03-13T13:36:35.786" v="11452" actId="20577"/>
          <ac:spMkLst>
            <pc:docMk/>
            <pc:sldMk cId="0" sldId="281"/>
            <ac:spMk id="41" creationId="{8B143BAE-A834-7E69-883C-301FF5E0A506}"/>
          </ac:spMkLst>
        </pc:spChg>
        <pc:spChg chg="add mod">
          <ac:chgData name="새한 김" userId="3f8653d24e571dae" providerId="LiveId" clId="{AF92B0B0-5B66-48A6-9291-22FBDB459E6B}" dt="2026-03-13T13:45:05.187" v="12068" actId="1076"/>
          <ac:spMkLst>
            <pc:docMk/>
            <pc:sldMk cId="0" sldId="281"/>
            <ac:spMk id="42" creationId="{FF855F60-9445-3929-159B-B4499B8EAC04}"/>
          </ac:spMkLst>
        </pc:spChg>
        <pc:spChg chg="add mod">
          <ac:chgData name="새한 김" userId="3f8653d24e571dae" providerId="LiveId" clId="{AF92B0B0-5B66-48A6-9291-22FBDB459E6B}" dt="2026-03-13T13:45:05.187" v="12068" actId="1076"/>
          <ac:spMkLst>
            <pc:docMk/>
            <pc:sldMk cId="0" sldId="281"/>
            <ac:spMk id="43" creationId="{FC5B1B40-EB02-CEC8-15FE-492DB338635C}"/>
          </ac:spMkLst>
        </pc:spChg>
        <pc:spChg chg="add mod">
          <ac:chgData name="새한 김" userId="3f8653d24e571dae" providerId="LiveId" clId="{AF92B0B0-5B66-48A6-9291-22FBDB459E6B}" dt="2026-03-13T13:45:05.187" v="12068" actId="1076"/>
          <ac:spMkLst>
            <pc:docMk/>
            <pc:sldMk cId="0" sldId="281"/>
            <ac:spMk id="44" creationId="{603467B5-250C-C940-A47C-8717A07227E7}"/>
          </ac:spMkLst>
        </pc:spChg>
        <pc:spChg chg="add mod">
          <ac:chgData name="새한 김" userId="3f8653d24e571dae" providerId="LiveId" clId="{AF92B0B0-5B66-48A6-9291-22FBDB459E6B}" dt="2026-03-13T13:52:33.074" v="12346" actId="14100"/>
          <ac:spMkLst>
            <pc:docMk/>
            <pc:sldMk cId="0" sldId="281"/>
            <ac:spMk id="46" creationId="{9F11EBBD-BAD7-5400-7549-27EB47C46EE5}"/>
          </ac:spMkLst>
        </pc:spChg>
        <pc:spChg chg="add mod">
          <ac:chgData name="새한 김" userId="3f8653d24e571dae" providerId="LiveId" clId="{AF92B0B0-5B66-48A6-9291-22FBDB459E6B}" dt="2026-03-13T13:54:33.765" v="12376"/>
          <ac:spMkLst>
            <pc:docMk/>
            <pc:sldMk cId="0" sldId="281"/>
            <ac:spMk id="47" creationId="{B272BD92-6B37-2D15-4066-E2E88C75573D}"/>
          </ac:spMkLst>
        </pc:spChg>
        <pc:spChg chg="add mod">
          <ac:chgData name="새한 김" userId="3f8653d24e571dae" providerId="LiveId" clId="{AF92B0B0-5B66-48A6-9291-22FBDB459E6B}" dt="2026-03-14T01:32:37.385" v="13846" actId="1037"/>
          <ac:spMkLst>
            <pc:docMk/>
            <pc:sldMk cId="0" sldId="281"/>
            <ac:spMk id="48" creationId="{44268891-1016-3E96-9426-45201A8D9F94}"/>
          </ac:spMkLst>
        </pc:spChg>
        <pc:grpChg chg="add mod">
          <ac:chgData name="새한 김" userId="3f8653d24e571dae" providerId="LiveId" clId="{AF92B0B0-5B66-48A6-9291-22FBDB459E6B}" dt="2026-03-13T13:45:59.618" v="12085" actId="1076"/>
          <ac:grpSpMkLst>
            <pc:docMk/>
            <pc:sldMk cId="0" sldId="281"/>
            <ac:grpSpMk id="30" creationId="{1F9C7294-B0C8-EF7E-7DE2-460E97EBDE2F}"/>
          </ac:grpSpMkLst>
        </pc:grpChg>
        <pc:picChg chg="mod">
          <ac:chgData name="새한 김" userId="3f8653d24e571dae" providerId="LiveId" clId="{AF92B0B0-5B66-48A6-9291-22FBDB459E6B}" dt="2026-03-13T13:27:13.154" v="11287" actId="1076"/>
          <ac:picMkLst>
            <pc:docMk/>
            <pc:sldMk cId="0" sldId="281"/>
            <ac:picMk id="3" creationId="{00000000-0000-0000-0000-000000000000}"/>
          </ac:picMkLst>
        </pc:picChg>
        <pc:picChg chg="add mod modCrop">
          <ac:chgData name="새한 김" userId="3f8653d24e571dae" providerId="LiveId" clId="{AF92B0B0-5B66-48A6-9291-22FBDB459E6B}" dt="2026-03-13T13:24:06.066" v="11284" actId="164"/>
          <ac:picMkLst>
            <pc:docMk/>
            <pc:sldMk cId="0" sldId="281"/>
            <ac:picMk id="25" creationId="{A5CF258E-1002-805C-0C0F-1CFAAECD33B2}"/>
          </ac:picMkLst>
        </pc:picChg>
        <pc:picChg chg="add mod modCrop">
          <ac:chgData name="새한 김" userId="3f8653d24e571dae" providerId="LiveId" clId="{AF92B0B0-5B66-48A6-9291-22FBDB459E6B}" dt="2026-03-13T13:24:06.066" v="11284" actId="164"/>
          <ac:picMkLst>
            <pc:docMk/>
            <pc:sldMk cId="0" sldId="281"/>
            <ac:picMk id="27" creationId="{355F66F6-A3B3-A6FC-3064-4FD18D43585F}"/>
          </ac:picMkLst>
        </pc:picChg>
        <pc:picChg chg="add mod modCrop">
          <ac:chgData name="새한 김" userId="3f8653d24e571dae" providerId="LiveId" clId="{AF92B0B0-5B66-48A6-9291-22FBDB459E6B}" dt="2026-03-13T13:24:06.066" v="11284" actId="164"/>
          <ac:picMkLst>
            <pc:docMk/>
            <pc:sldMk cId="0" sldId="281"/>
            <ac:picMk id="29" creationId="{45F3A643-ECF8-6AD3-D41A-5A34EE8F2AC3}"/>
          </ac:picMkLst>
        </pc:picChg>
        <pc:picChg chg="add mod">
          <ac:chgData name="새한 김" userId="3f8653d24e571dae" providerId="LiveId" clId="{AF92B0B0-5B66-48A6-9291-22FBDB459E6B}" dt="2026-03-13T13:35:38.727" v="11405"/>
          <ac:picMkLst>
            <pc:docMk/>
            <pc:sldMk cId="0" sldId="281"/>
            <ac:picMk id="36" creationId="{0B595BCB-96DF-1394-983F-5E164B9FE5BA}"/>
          </ac:picMkLst>
        </pc:picChg>
        <pc:picChg chg="add mod">
          <ac:chgData name="새한 김" userId="3f8653d24e571dae" providerId="LiveId" clId="{AF92B0B0-5B66-48A6-9291-22FBDB459E6B}" dt="2026-03-13T13:34:50.029" v="11396" actId="1076"/>
          <ac:picMkLst>
            <pc:docMk/>
            <pc:sldMk cId="0" sldId="281"/>
            <ac:picMk id="40" creationId="{1274DFD9-CA3B-2835-6ECF-E78BB370BB20}"/>
          </ac:picMkLst>
        </pc:picChg>
        <pc:cxnChg chg="add mod">
          <ac:chgData name="새한 김" userId="3f8653d24e571dae" providerId="LiveId" clId="{AF92B0B0-5B66-48A6-9291-22FBDB459E6B}" dt="2026-03-13T13:32:15.383" v="11323" actId="208"/>
          <ac:cxnSpMkLst>
            <pc:docMk/>
            <pc:sldMk cId="0" sldId="281"/>
            <ac:cxnSpMk id="34" creationId="{84DAB087-8B9D-92CD-12D1-9D0C62865AF9}"/>
          </ac:cxnSpMkLst>
        </pc:cxnChg>
      </pc:sldChg>
      <pc:sldChg chg="addSp delSp modSp mod ord">
        <pc:chgData name="새한 김" userId="3f8653d24e571dae" providerId="LiveId" clId="{AF92B0B0-5B66-48A6-9291-22FBDB459E6B}" dt="2026-03-13T14:47:16.716" v="13560" actId="1035"/>
        <pc:sldMkLst>
          <pc:docMk/>
          <pc:sldMk cId="0" sldId="282"/>
        </pc:sldMkLst>
        <pc:spChg chg="mod">
          <ac:chgData name="새한 김" userId="3f8653d24e571dae" providerId="LiveId" clId="{AF92B0B0-5B66-48A6-9291-22FBDB459E6B}" dt="2026-03-13T14:47:03.181" v="13547" actId="1035"/>
          <ac:spMkLst>
            <pc:docMk/>
            <pc:sldMk cId="0" sldId="282"/>
            <ac:spMk id="7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0T00:18:26.513" v="6719" actId="20577"/>
          <ac:spMkLst>
            <pc:docMk/>
            <pc:sldMk cId="0" sldId="282"/>
            <ac:spMk id="2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07T08:49:34.656" v="5477" actId="20577"/>
          <ac:spMkLst>
            <pc:docMk/>
            <pc:sldMk cId="0" sldId="282"/>
            <ac:spMk id="30" creationId="{00000000-0000-0000-0000-000000000000}"/>
          </ac:spMkLst>
        </pc:spChg>
        <pc:spChg chg="mod">
          <ac:chgData name="새한 김" userId="3f8653d24e571dae" providerId="LiveId" clId="{AF92B0B0-5B66-48A6-9291-22FBDB459E6B}" dt="2026-03-07T08:49:47.363" v="5487" actId="404"/>
          <ac:spMkLst>
            <pc:docMk/>
            <pc:sldMk cId="0" sldId="282"/>
            <ac:spMk id="32" creationId="{00000000-0000-0000-0000-000000000000}"/>
          </ac:spMkLst>
        </pc:spChg>
        <pc:spChg chg="mod">
          <ac:chgData name="새한 김" userId="3f8653d24e571dae" providerId="LiveId" clId="{AF92B0B0-5B66-48A6-9291-22FBDB459E6B}" dt="2026-03-07T08:49:55.947" v="5489" actId="255"/>
          <ac:spMkLst>
            <pc:docMk/>
            <pc:sldMk cId="0" sldId="282"/>
            <ac:spMk id="34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36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3:58:12.292" v="12415"/>
          <ac:spMkLst>
            <pc:docMk/>
            <pc:sldMk cId="0" sldId="282"/>
            <ac:spMk id="37" creationId="{73A48E22-0204-66B1-1F77-62C716A19631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38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39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7:16.716" v="13560" actId="1035"/>
          <ac:spMkLst>
            <pc:docMk/>
            <pc:sldMk cId="0" sldId="282"/>
            <ac:spMk id="40" creationId="{00000000-0000-0000-0000-000000000000}"/>
          </ac:spMkLst>
        </pc:spChg>
        <pc:spChg chg="mod">
          <ac:chgData name="새한 김" userId="3f8653d24e571dae" providerId="LiveId" clId="{AF92B0B0-5B66-48A6-9291-22FBDB459E6B}" dt="2026-03-13T13:58:29.102" v="12419" actId="6549"/>
          <ac:spMkLst>
            <pc:docMk/>
            <pc:sldMk cId="0" sldId="282"/>
            <ac:spMk id="44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3:58:44.667" v="12423" actId="1036"/>
          <ac:spMkLst>
            <pc:docMk/>
            <pc:sldMk cId="0" sldId="282"/>
            <ac:spMk id="47" creationId="{BE43BAE2-21D6-EB13-EC9F-0E0CA5BD1006}"/>
          </ac:spMkLst>
        </pc:spChg>
        <pc:spChg chg="add mod">
          <ac:chgData name="새한 김" userId="3f8653d24e571dae" providerId="LiveId" clId="{AF92B0B0-5B66-48A6-9291-22FBDB459E6B}" dt="2026-03-13T14:46:28.592" v="13532"/>
          <ac:spMkLst>
            <pc:docMk/>
            <pc:sldMk cId="0" sldId="282"/>
            <ac:spMk id="50" creationId="{C4840EFB-EE9D-A183-EA40-07ADB7561972}"/>
          </ac:spMkLst>
        </pc:spChg>
        <pc:spChg chg="add mod">
          <ac:chgData name="새한 김" userId="3f8653d24e571dae" providerId="LiveId" clId="{AF92B0B0-5B66-48A6-9291-22FBDB459E6B}" dt="2026-03-13T14:46:35.009" v="13533" actId="14100"/>
          <ac:spMkLst>
            <pc:docMk/>
            <pc:sldMk cId="0" sldId="282"/>
            <ac:spMk id="51" creationId="{923E0C64-6061-CCB5-62D8-E7F4FDED6A2B}"/>
          </ac:spMkLst>
        </pc:spChg>
        <pc:grpChg chg="add mod">
          <ac:chgData name="새한 김" userId="3f8653d24e571dae" providerId="LiveId" clId="{AF92B0B0-5B66-48A6-9291-22FBDB459E6B}" dt="2026-03-13T14:45:46.086" v="13527" actId="1035"/>
          <ac:grpSpMkLst>
            <pc:docMk/>
            <pc:sldMk cId="0" sldId="282"/>
            <ac:grpSpMk id="45" creationId="{011F8F06-E4EA-A79D-B2A5-A8A099134E2D}"/>
          </ac:grpSpMkLst>
        </pc:grpChg>
        <pc:picChg chg="mod">
          <ac:chgData name="새한 김" userId="3f8653d24e571dae" providerId="LiveId" clId="{AF92B0B0-5B66-48A6-9291-22FBDB459E6B}" dt="2026-03-13T14:45:46.086" v="13527" actId="1035"/>
          <ac:picMkLst>
            <pc:docMk/>
            <pc:sldMk cId="0" sldId="282"/>
            <ac:picMk id="35" creationId="{00000000-0000-0000-0000-000000000000}"/>
          </ac:picMkLst>
        </pc:picChg>
        <pc:picChg chg="add mod ord">
          <ac:chgData name="새한 김" userId="3f8653d24e571dae" providerId="LiveId" clId="{AF92B0B0-5B66-48A6-9291-22FBDB459E6B}" dt="2026-03-07T11:51:04.077" v="5545" actId="167"/>
          <ac:picMkLst>
            <pc:docMk/>
            <pc:sldMk cId="0" sldId="282"/>
            <ac:picMk id="46" creationId="{70A7951D-1597-72D5-1C28-84F20EEC49FF}"/>
          </ac:picMkLst>
        </pc:picChg>
        <pc:picChg chg="add mod">
          <ac:chgData name="새한 김" userId="3f8653d24e571dae" providerId="LiveId" clId="{AF92B0B0-5B66-48A6-9291-22FBDB459E6B}" dt="2026-03-13T14:45:46.086" v="13527" actId="1035"/>
          <ac:picMkLst>
            <pc:docMk/>
            <pc:sldMk cId="0" sldId="282"/>
            <ac:picMk id="4098" creationId="{EB218E56-59EB-4120-D827-C81F3BED74A0}"/>
          </ac:picMkLst>
        </pc:picChg>
        <pc:picChg chg="add mod">
          <ac:chgData name="새한 김" userId="3f8653d24e571dae" providerId="LiveId" clId="{AF92B0B0-5B66-48A6-9291-22FBDB459E6B}" dt="2026-03-13T14:45:46.086" v="13527" actId="1035"/>
          <ac:picMkLst>
            <pc:docMk/>
            <pc:sldMk cId="0" sldId="282"/>
            <ac:picMk id="4100" creationId="{7088E41E-6F47-10D9-0072-848F588748A9}"/>
          </ac:picMkLst>
        </pc:picChg>
      </pc:sldChg>
      <pc:sldChg chg="delSp modSp mod">
        <pc:chgData name="새한 김" userId="3f8653d24e571dae" providerId="LiveId" clId="{AF92B0B0-5B66-48A6-9291-22FBDB459E6B}" dt="2026-03-14T01:40:30.286" v="14096" actId="1036"/>
        <pc:sldMkLst>
          <pc:docMk/>
          <pc:sldMk cId="0" sldId="283"/>
        </pc:sldMkLst>
        <pc:spChg chg="ord">
          <ac:chgData name="새한 김" userId="3f8653d24e571dae" providerId="LiveId" clId="{AF92B0B0-5B66-48A6-9291-22FBDB459E6B}" dt="2026-03-14T01:39:55.179" v="14038" actId="170"/>
          <ac:spMkLst>
            <pc:docMk/>
            <pc:sldMk cId="0" sldId="283"/>
            <ac:spMk id="4" creationId="{00000000-0000-0000-0000-000000000000}"/>
          </ac:spMkLst>
        </pc:spChg>
        <pc:spChg chg="mod ord">
          <ac:chgData name="새한 김" userId="3f8653d24e571dae" providerId="LiveId" clId="{AF92B0B0-5B66-48A6-9291-22FBDB459E6B}" dt="2026-03-14T01:40:30.286" v="14096" actId="1036"/>
          <ac:spMkLst>
            <pc:docMk/>
            <pc:sldMk cId="0" sldId="283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4:39.550" v="13882" actId="1076"/>
          <ac:spMkLst>
            <pc:docMk/>
            <pc:sldMk cId="0" sldId="283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4:52.967" v="13900" actId="1037"/>
          <ac:spMkLst>
            <pc:docMk/>
            <pc:sldMk cId="0" sldId="283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4:52.967" v="13900" actId="1037"/>
          <ac:spMkLst>
            <pc:docMk/>
            <pc:sldMk cId="0" sldId="283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4:52.967" v="13900" actId="1037"/>
          <ac:spMkLst>
            <pc:docMk/>
            <pc:sldMk cId="0" sldId="283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5:16.022" v="13901" actId="1076"/>
          <ac:spMkLst>
            <pc:docMk/>
            <pc:sldMk cId="0" sldId="283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5:27.700" v="13918" actId="1037"/>
          <ac:spMkLst>
            <pc:docMk/>
            <pc:sldMk cId="0" sldId="283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7:01.610" v="13950" actId="1076"/>
          <ac:spMkLst>
            <pc:docMk/>
            <pc:sldMk cId="0" sldId="283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6:51.057" v="13947" actId="1076"/>
          <ac:spMkLst>
            <pc:docMk/>
            <pc:sldMk cId="0" sldId="283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6:46.718" v="13946" actId="1076"/>
          <ac:spMkLst>
            <pc:docMk/>
            <pc:sldMk cId="0" sldId="283"/>
            <ac:spMk id="33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8:56.394" v="14030" actId="20577"/>
          <ac:spMkLst>
            <pc:docMk/>
            <pc:sldMk cId="0" sldId="283"/>
            <ac:spMk id="40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8:32.833" v="14004" actId="1076"/>
          <ac:spMkLst>
            <pc:docMk/>
            <pc:sldMk cId="0" sldId="283"/>
            <ac:spMk id="4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8:27.949" v="14003" actId="1076"/>
          <ac:spMkLst>
            <pc:docMk/>
            <pc:sldMk cId="0" sldId="283"/>
            <ac:spMk id="44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0:13.495" v="14073" actId="1036"/>
          <ac:spMkLst>
            <pc:docMk/>
            <pc:sldMk cId="0" sldId="283"/>
            <ac:spMk id="45" creationId="{00000000-0000-0000-0000-000000000000}"/>
          </ac:spMkLst>
        </pc:spChg>
        <pc:spChg chg="mod">
          <ac:chgData name="새한 김" userId="3f8653d24e571dae" providerId="LiveId" clId="{AF92B0B0-5B66-48A6-9291-22FBDB459E6B}" dt="2026-03-14T01:40:23.746" v="14083" actId="1035"/>
          <ac:spMkLst>
            <pc:docMk/>
            <pc:sldMk cId="0" sldId="283"/>
            <ac:spMk id="46" creationId="{00000000-0000-0000-0000-000000000000}"/>
          </ac:spMkLst>
        </pc:spChg>
        <pc:picChg chg="mod">
          <ac:chgData name="새한 김" userId="3f8653d24e571dae" providerId="LiveId" clId="{AF92B0B0-5B66-48A6-9291-22FBDB459E6B}" dt="2026-03-14T01:36:38.099" v="13945" actId="1076"/>
          <ac:picMkLst>
            <pc:docMk/>
            <pc:sldMk cId="0" sldId="283"/>
            <ac:picMk id="17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4:11.988" v="13880" actId="1036"/>
          <ac:picMkLst>
            <pc:docMk/>
            <pc:sldMk cId="0" sldId="283"/>
            <ac:picMk id="19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6:38.099" v="13945" actId="1076"/>
          <ac:picMkLst>
            <pc:docMk/>
            <pc:sldMk cId="0" sldId="283"/>
            <ac:picMk id="21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6:53.839" v="13949" actId="1076"/>
          <ac:picMkLst>
            <pc:docMk/>
            <pc:sldMk cId="0" sldId="283"/>
            <ac:picMk id="23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7:27.836" v="13976" actId="1036"/>
          <ac:picMkLst>
            <pc:docMk/>
            <pc:sldMk cId="0" sldId="283"/>
            <ac:picMk id="28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7:19.142" v="13970" actId="1036"/>
          <ac:picMkLst>
            <pc:docMk/>
            <pc:sldMk cId="0" sldId="283"/>
            <ac:picMk id="30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7:14.399" v="13951" actId="1076"/>
          <ac:picMkLst>
            <pc:docMk/>
            <pc:sldMk cId="0" sldId="283"/>
            <ac:picMk id="32" creationId="{00000000-0000-0000-0000-000000000000}"/>
          </ac:picMkLst>
        </pc:picChg>
        <pc:picChg chg="mod">
          <ac:chgData name="새한 김" userId="3f8653d24e571dae" providerId="LiveId" clId="{AF92B0B0-5B66-48A6-9291-22FBDB459E6B}" dt="2026-03-14T01:38:15.351" v="14002" actId="1038"/>
          <ac:picMkLst>
            <pc:docMk/>
            <pc:sldMk cId="0" sldId="283"/>
            <ac:picMk id="43" creationId="{00000000-0000-0000-0000-000000000000}"/>
          </ac:picMkLst>
        </pc:picChg>
      </pc:sldChg>
      <pc:sldChg chg="addSp delSp modSp add mod">
        <pc:chgData name="새한 김" userId="3f8653d24e571dae" providerId="LiveId" clId="{AF92B0B0-5B66-48A6-9291-22FBDB459E6B}" dt="2026-03-13T13:56:58.940" v="12400" actId="478"/>
        <pc:sldMkLst>
          <pc:docMk/>
          <pc:sldMk cId="3148531163" sldId="284"/>
        </pc:sldMkLst>
        <pc:spChg chg="mod">
          <ac:chgData name="새한 김" userId="3f8653d24e571dae" providerId="LiveId" clId="{AF92B0B0-5B66-48A6-9291-22FBDB459E6B}" dt="2026-03-06T15:30:46.286" v="1721" actId="1076"/>
          <ac:spMkLst>
            <pc:docMk/>
            <pc:sldMk cId="3148531163" sldId="284"/>
            <ac:spMk id="9" creationId="{1843C5E9-92C9-7748-6B8A-C038FB396774}"/>
          </ac:spMkLst>
        </pc:spChg>
        <pc:spChg chg="add mod">
          <ac:chgData name="새한 김" userId="3f8653d24e571dae" providerId="LiveId" clId="{AF92B0B0-5B66-48A6-9291-22FBDB459E6B}" dt="2026-03-06T15:49:13.077" v="2282" actId="208"/>
          <ac:spMkLst>
            <pc:docMk/>
            <pc:sldMk cId="3148531163" sldId="284"/>
            <ac:spMk id="29" creationId="{59331811-2663-1D90-ED36-B5B8C32FE1E7}"/>
          </ac:spMkLst>
        </pc:spChg>
        <pc:spChg chg="add mod">
          <ac:chgData name="새한 김" userId="3f8653d24e571dae" providerId="LiveId" clId="{AF92B0B0-5B66-48A6-9291-22FBDB459E6B}" dt="2026-03-07T02:11:40.957" v="3213" actId="1037"/>
          <ac:spMkLst>
            <pc:docMk/>
            <pc:sldMk cId="3148531163" sldId="284"/>
            <ac:spMk id="31" creationId="{4A5341E9-DAEA-544B-ABE7-EE278153F8AB}"/>
          </ac:spMkLst>
        </pc:spChg>
        <pc:spChg chg="add mod">
          <ac:chgData name="새한 김" userId="3f8653d24e571dae" providerId="LiveId" clId="{AF92B0B0-5B66-48A6-9291-22FBDB459E6B}" dt="2026-03-07T12:10:04.621" v="5616" actId="1076"/>
          <ac:spMkLst>
            <pc:docMk/>
            <pc:sldMk cId="3148531163" sldId="284"/>
            <ac:spMk id="32" creationId="{07F87FA7-F1B2-BEA5-4CFB-CD19C4055FA2}"/>
          </ac:spMkLst>
        </pc:spChg>
        <pc:spChg chg="add mod">
          <ac:chgData name="새한 김" userId="3f8653d24e571dae" providerId="LiveId" clId="{AF92B0B0-5B66-48A6-9291-22FBDB459E6B}" dt="2026-03-06T15:49:48.005" v="2292" actId="14100"/>
          <ac:spMkLst>
            <pc:docMk/>
            <pc:sldMk cId="3148531163" sldId="284"/>
            <ac:spMk id="33" creationId="{E1C96CE6-34F1-C5A4-2B54-E785C853CA05}"/>
          </ac:spMkLst>
        </pc:spChg>
        <pc:graphicFrameChg chg="add mod modGraphic">
          <ac:chgData name="새한 김" userId="3f8653d24e571dae" providerId="LiveId" clId="{AF92B0B0-5B66-48A6-9291-22FBDB459E6B}" dt="2026-03-07T12:10:14.377" v="5617"/>
          <ac:graphicFrameMkLst>
            <pc:docMk/>
            <pc:sldMk cId="3148531163" sldId="284"/>
            <ac:graphicFrameMk id="26" creationId="{2C76F42F-CB0B-CF37-2BBC-394800103020}"/>
          </ac:graphicFrameMkLst>
        </pc:graphicFrameChg>
        <pc:picChg chg="mod">
          <ac:chgData name="새한 김" userId="3f8653d24e571dae" providerId="LiveId" clId="{AF92B0B0-5B66-48A6-9291-22FBDB459E6B}" dt="2026-03-06T15:47:44.090" v="2276" actId="1076"/>
          <ac:picMkLst>
            <pc:docMk/>
            <pc:sldMk cId="3148531163" sldId="284"/>
            <ac:picMk id="3" creationId="{FB7B1A2A-F5B3-5D4E-69BD-103598B68BB7}"/>
          </ac:picMkLst>
        </pc:picChg>
        <pc:picChg chg="add mod">
          <ac:chgData name="새한 김" userId="3f8653d24e571dae" providerId="LiveId" clId="{AF92B0B0-5B66-48A6-9291-22FBDB459E6B}" dt="2026-03-06T15:49:19.480" v="2291" actId="1038"/>
          <ac:picMkLst>
            <pc:docMk/>
            <pc:sldMk cId="3148531163" sldId="284"/>
            <ac:picMk id="30" creationId="{869E7C5E-1D9F-79B7-7DCA-9ED68DB31BD3}"/>
          </ac:picMkLst>
        </pc:picChg>
      </pc:sldChg>
      <pc:sldChg chg="addSp delSp modSp add mod ord">
        <pc:chgData name="새한 김" userId="3f8653d24e571dae" providerId="LiveId" clId="{AF92B0B0-5B66-48A6-9291-22FBDB459E6B}" dt="2026-03-14T01:56:07.899" v="14552" actId="2711"/>
        <pc:sldMkLst>
          <pc:docMk/>
          <pc:sldMk cId="3513043461" sldId="285"/>
        </pc:sldMkLst>
        <pc:spChg chg="ord">
          <ac:chgData name="새한 김" userId="3f8653d24e571dae" providerId="LiveId" clId="{AF92B0B0-5B66-48A6-9291-22FBDB459E6B}" dt="2026-03-06T16:04:52.702" v="2694" actId="167"/>
          <ac:spMkLst>
            <pc:docMk/>
            <pc:sldMk cId="3513043461" sldId="285"/>
            <ac:spMk id="2" creationId="{A191D162-75E6-A8E0-64C5-CBFF2BFA64F0}"/>
          </ac:spMkLst>
        </pc:spChg>
        <pc:spChg chg="mod">
          <ac:chgData name="새한 김" userId="3f8653d24e571dae" providerId="LiveId" clId="{AF92B0B0-5B66-48A6-9291-22FBDB459E6B}" dt="2026-03-14T01:56:07.899" v="14552" actId="2711"/>
          <ac:spMkLst>
            <pc:docMk/>
            <pc:sldMk cId="3513043461" sldId="285"/>
            <ac:spMk id="9" creationId="{FFAD436F-CDE4-1848-B778-E01BE6F3FA5B}"/>
          </ac:spMkLst>
        </pc:spChg>
        <pc:spChg chg="mod">
          <ac:chgData name="새한 김" userId="3f8653d24e571dae" providerId="LiveId" clId="{AF92B0B0-5B66-48A6-9291-22FBDB459E6B}" dt="2026-03-07T08:05:56.951" v="4783" actId="1038"/>
          <ac:spMkLst>
            <pc:docMk/>
            <pc:sldMk cId="3513043461" sldId="285"/>
            <ac:spMk id="10" creationId="{CCEB5928-1831-5BBC-C805-B3C21EC9DC2F}"/>
          </ac:spMkLst>
        </pc:spChg>
        <pc:spChg chg="add mod">
          <ac:chgData name="새한 김" userId="3f8653d24e571dae" providerId="LiveId" clId="{AF92B0B0-5B66-48A6-9291-22FBDB459E6B}" dt="2026-03-07T08:05:56.951" v="4783" actId="1038"/>
          <ac:spMkLst>
            <pc:docMk/>
            <pc:sldMk cId="3513043461" sldId="285"/>
            <ac:spMk id="12" creationId="{96FB2045-47FF-6F35-03D1-F0DF02ED4B64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14" creationId="{8F776452-A39A-C3D4-7DC1-CFBEE0F69C93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15" creationId="{FFD84A4E-D4ED-B027-351D-CAD5974A5F49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19" creationId="{7B272FB3-8CD3-3427-299A-634C539BDA0B}"/>
          </ac:spMkLst>
        </pc:spChg>
        <pc:spChg chg="mod">
          <ac:chgData name="새한 김" userId="3f8653d24e571dae" providerId="LiveId" clId="{AF92B0B0-5B66-48A6-9291-22FBDB459E6B}" dt="2026-03-13T14:42:47.273" v="13454" actId="1035"/>
          <ac:spMkLst>
            <pc:docMk/>
            <pc:sldMk cId="3513043461" sldId="285"/>
            <ac:spMk id="22" creationId="{7B14A95E-0D6E-D834-8B18-19DDC735B665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25" creationId="{F8195202-8EFE-65A0-0D1A-2A4E6A1E145C}"/>
          </ac:spMkLst>
        </pc:spChg>
        <pc:spChg chg="add mod">
          <ac:chgData name="새한 김" userId="3f8653d24e571dae" providerId="LiveId" clId="{AF92B0B0-5B66-48A6-9291-22FBDB459E6B}" dt="2026-03-12T08:56:03.251" v="8527"/>
          <ac:spMkLst>
            <pc:docMk/>
            <pc:sldMk cId="3513043461" sldId="285"/>
            <ac:spMk id="26" creationId="{9BBF6A30-3DEC-ACA6-E8F2-D05A227EF852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27" creationId="{D3A4A6AF-9614-F546-1E0D-63C7EA63FF6C}"/>
          </ac:spMkLst>
        </pc:spChg>
        <pc:spChg chg="add mod">
          <ac:chgData name="새한 김" userId="3f8653d24e571dae" providerId="LiveId" clId="{AF92B0B0-5B66-48A6-9291-22FBDB459E6B}" dt="2026-03-12T08:56:03.251" v="8527"/>
          <ac:spMkLst>
            <pc:docMk/>
            <pc:sldMk cId="3513043461" sldId="285"/>
            <ac:spMk id="29" creationId="{9C3AC1DB-9467-2DAD-572F-D873B89B76BE}"/>
          </ac:spMkLst>
        </pc:spChg>
        <pc:spChg chg="add mod">
          <ac:chgData name="새한 김" userId="3f8653d24e571dae" providerId="LiveId" clId="{AF92B0B0-5B66-48A6-9291-22FBDB459E6B}" dt="2026-03-12T08:56:03.251" v="8527"/>
          <ac:spMkLst>
            <pc:docMk/>
            <pc:sldMk cId="3513043461" sldId="285"/>
            <ac:spMk id="31" creationId="{9BF58C9A-930E-5ED9-D0A2-30820C6D6A6B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36" creationId="{93B5448F-414C-03D2-52E8-E64743FD6AE3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43" creationId="{D0E415EE-B68F-CB10-18E3-7A7D5EB13317}"/>
          </ac:spMkLst>
        </pc:spChg>
        <pc:spChg chg="mod">
          <ac:chgData name="새한 김" userId="3f8653d24e571dae" providerId="LiveId" clId="{AF92B0B0-5B66-48A6-9291-22FBDB459E6B}" dt="2026-03-06T16:00:56.846" v="2598"/>
          <ac:spMkLst>
            <pc:docMk/>
            <pc:sldMk cId="3513043461" sldId="285"/>
            <ac:spMk id="44" creationId="{24D82EF2-6C66-14C6-D2E0-DBEA678A1309}"/>
          </ac:spMkLst>
        </pc:spChg>
        <pc:spChg chg="add mod">
          <ac:chgData name="새한 김" userId="3f8653d24e571dae" providerId="LiveId" clId="{AF92B0B0-5B66-48A6-9291-22FBDB459E6B}" dt="2026-03-07T08:07:29.536" v="4838" actId="255"/>
          <ac:spMkLst>
            <pc:docMk/>
            <pc:sldMk cId="3513043461" sldId="285"/>
            <ac:spMk id="48" creationId="{E400E883-55F6-B5AC-C489-772B1984421C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51" creationId="{D77902E8-73CE-5575-D246-412E14845E90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52" creationId="{B5546118-F436-3299-2B6E-4CCE5FF0443E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53" creationId="{12C653E8-4A42-446E-E5D4-77CB4B863CD9}"/>
          </ac:spMkLst>
        </pc:spChg>
        <pc:spChg chg="mod">
          <ac:chgData name="새한 김" userId="3f8653d24e571dae" providerId="LiveId" clId="{AF92B0B0-5B66-48A6-9291-22FBDB459E6B}" dt="2026-03-06T16:03:01.951" v="2665"/>
          <ac:spMkLst>
            <pc:docMk/>
            <pc:sldMk cId="3513043461" sldId="285"/>
            <ac:spMk id="55" creationId="{A3C3571A-B73B-7C9C-481E-C362DBCE4D73}"/>
          </ac:spMkLst>
        </pc:spChg>
        <pc:spChg chg="mod">
          <ac:chgData name="새한 김" userId="3f8653d24e571dae" providerId="LiveId" clId="{AF92B0B0-5B66-48A6-9291-22FBDB459E6B}" dt="2026-03-07T07:15:08.753" v="3599" actId="20577"/>
          <ac:spMkLst>
            <pc:docMk/>
            <pc:sldMk cId="3513043461" sldId="285"/>
            <ac:spMk id="56" creationId="{8768B16D-B2EA-7ACA-3AB6-559B9F647FDA}"/>
          </ac:spMkLst>
        </pc:spChg>
        <pc:spChg chg="add mod">
          <ac:chgData name="새한 김" userId="3f8653d24e571dae" providerId="LiveId" clId="{AF92B0B0-5B66-48A6-9291-22FBDB459E6B}" dt="2026-03-07T07:54:45.043" v="4757" actId="14100"/>
          <ac:spMkLst>
            <pc:docMk/>
            <pc:sldMk cId="3513043461" sldId="285"/>
            <ac:spMk id="71" creationId="{3BDB7E26-B9B6-6DAA-F137-22D464AA0090}"/>
          </ac:spMkLst>
        </pc:spChg>
        <pc:spChg chg="add mod">
          <ac:chgData name="새한 김" userId="3f8653d24e571dae" providerId="LiveId" clId="{AF92B0B0-5B66-48A6-9291-22FBDB459E6B}" dt="2026-03-13T14:40:30.717" v="13399" actId="403"/>
          <ac:spMkLst>
            <pc:docMk/>
            <pc:sldMk cId="3513043461" sldId="285"/>
            <ac:spMk id="74" creationId="{4C6B631F-BFEC-3535-FB08-0D9E7CDBD29F}"/>
          </ac:spMkLst>
        </pc:spChg>
        <pc:spChg chg="add mod">
          <ac:chgData name="새한 김" userId="3f8653d24e571dae" providerId="LiveId" clId="{AF92B0B0-5B66-48A6-9291-22FBDB459E6B}" dt="2026-03-13T14:40:30.717" v="13399" actId="403"/>
          <ac:spMkLst>
            <pc:docMk/>
            <pc:sldMk cId="3513043461" sldId="285"/>
            <ac:spMk id="75" creationId="{DB2CE15A-333D-0244-5425-9AC0FEC323CE}"/>
          </ac:spMkLst>
        </pc:spChg>
        <pc:spChg chg="add mod">
          <ac:chgData name="새한 김" userId="3f8653d24e571dae" providerId="LiveId" clId="{AF92B0B0-5B66-48A6-9291-22FBDB459E6B}" dt="2026-03-13T14:45:06.126" v="13498" actId="1076"/>
          <ac:spMkLst>
            <pc:docMk/>
            <pc:sldMk cId="3513043461" sldId="285"/>
            <ac:spMk id="76" creationId="{C82A8010-DDCD-6DA9-BF44-0883AA5AA726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86" creationId="{D81AD2F3-D65D-DD90-E249-E26F1A2B08A1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87" creationId="{B070523C-41E0-4CCD-A8F7-12BA786FB1B5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88" creationId="{BCBC276B-C0FE-8714-A39F-E7FC4B3F81FA}"/>
          </ac:spMkLst>
        </pc:spChg>
        <pc:spChg chg="mod">
          <ac:chgData name="새한 김" userId="3f8653d24e571dae" providerId="LiveId" clId="{AF92B0B0-5B66-48A6-9291-22FBDB459E6B}" dt="2026-03-07T07:30:27.782" v="4349" actId="14100"/>
          <ac:spMkLst>
            <pc:docMk/>
            <pc:sldMk cId="3513043461" sldId="285"/>
            <ac:spMk id="91" creationId="{564E3318-E087-657F-67FC-89B589754DE3}"/>
          </ac:spMkLst>
        </pc:spChg>
        <pc:spChg chg="mod">
          <ac:chgData name="새한 김" userId="3f8653d24e571dae" providerId="LiveId" clId="{AF92B0B0-5B66-48A6-9291-22FBDB459E6B}" dt="2026-03-13T14:40:30.717" v="13399" actId="403"/>
          <ac:spMkLst>
            <pc:docMk/>
            <pc:sldMk cId="3513043461" sldId="285"/>
            <ac:spMk id="94" creationId="{5D1D713D-3851-314F-5F1F-319782E95A73}"/>
          </ac:spMkLst>
        </pc:spChg>
        <pc:spChg chg="mod">
          <ac:chgData name="새한 김" userId="3f8653d24e571dae" providerId="LiveId" clId="{AF92B0B0-5B66-48A6-9291-22FBDB459E6B}" dt="2026-03-07T07:38:25.894" v="4547" actId="1035"/>
          <ac:spMkLst>
            <pc:docMk/>
            <pc:sldMk cId="3513043461" sldId="285"/>
            <ac:spMk id="95" creationId="{E792AC76-8126-7DAE-D981-6AD73B4E26A3}"/>
          </ac:spMkLst>
        </pc:spChg>
        <pc:spChg chg="mod">
          <ac:chgData name="새한 김" userId="3f8653d24e571dae" providerId="LiveId" clId="{AF92B0B0-5B66-48A6-9291-22FBDB459E6B}" dt="2026-03-13T14:45:15.540" v="13499" actId="1076"/>
          <ac:spMkLst>
            <pc:docMk/>
            <pc:sldMk cId="3513043461" sldId="285"/>
            <ac:spMk id="96" creationId="{CAB03B9E-9F0A-90BE-853D-734B84DD6C68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121" creationId="{2A9C9D75-3E8A-5C14-96DA-F85E7E2AAE59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122" creationId="{C8BE7699-D052-B9AE-5588-290A566DA616}"/>
          </ac:spMkLst>
        </pc:spChg>
        <pc:spChg chg="add mod">
          <ac:chgData name="새한 김" userId="3f8653d24e571dae" providerId="LiveId" clId="{AF92B0B0-5B66-48A6-9291-22FBDB459E6B}" dt="2026-03-13T14:42:56.084" v="13475" actId="1036"/>
          <ac:spMkLst>
            <pc:docMk/>
            <pc:sldMk cId="3513043461" sldId="285"/>
            <ac:spMk id="123" creationId="{0DCB0856-060D-3C7F-42C8-27834EDB2B4A}"/>
          </ac:spMkLst>
        </pc:spChg>
        <pc:spChg chg="mod">
          <ac:chgData name="새한 김" userId="3f8653d24e571dae" providerId="LiveId" clId="{AF92B0B0-5B66-48A6-9291-22FBDB459E6B}" dt="2026-03-07T07:32:43.898" v="4372"/>
          <ac:spMkLst>
            <pc:docMk/>
            <pc:sldMk cId="3513043461" sldId="285"/>
            <ac:spMk id="126" creationId="{10AABF19-22A5-C418-128B-12F3E441AD18}"/>
          </ac:spMkLst>
        </pc:spChg>
        <pc:spChg chg="mod">
          <ac:chgData name="새한 김" userId="3f8653d24e571dae" providerId="LiveId" clId="{AF92B0B0-5B66-48A6-9291-22FBDB459E6B}" dt="2026-03-13T14:40:37.879" v="13400" actId="14100"/>
          <ac:spMkLst>
            <pc:docMk/>
            <pc:sldMk cId="3513043461" sldId="285"/>
            <ac:spMk id="129" creationId="{3D2A82BC-046F-823E-2D00-E6DB9A271073}"/>
          </ac:spMkLst>
        </pc:spChg>
        <pc:spChg chg="mod">
          <ac:chgData name="새한 김" userId="3f8653d24e571dae" providerId="LiveId" clId="{AF92B0B0-5B66-48A6-9291-22FBDB459E6B}" dt="2026-03-13T14:40:41.524" v="13401" actId="14100"/>
          <ac:spMkLst>
            <pc:docMk/>
            <pc:sldMk cId="3513043461" sldId="285"/>
            <ac:spMk id="130" creationId="{ADFA3864-6AB6-0C1F-E540-FBE662A125D8}"/>
          </ac:spMkLst>
        </pc:spChg>
        <pc:spChg chg="mod">
          <ac:chgData name="새한 김" userId="3f8653d24e571dae" providerId="LiveId" clId="{AF92B0B0-5B66-48A6-9291-22FBDB459E6B}" dt="2026-03-13T14:40:30.717" v="13399" actId="403"/>
          <ac:spMkLst>
            <pc:docMk/>
            <pc:sldMk cId="3513043461" sldId="285"/>
            <ac:spMk id="131" creationId="{1C8653DA-2A26-CD5A-86E1-728222CA0F1F}"/>
          </ac:spMkLst>
        </pc:spChg>
        <pc:spChg chg="add mod">
          <ac:chgData name="새한 김" userId="3f8653d24e571dae" providerId="LiveId" clId="{AF92B0B0-5B66-48A6-9291-22FBDB459E6B}" dt="2026-03-13T14:43:24.539" v="13481" actId="20577"/>
          <ac:spMkLst>
            <pc:docMk/>
            <pc:sldMk cId="3513043461" sldId="285"/>
            <ac:spMk id="134" creationId="{831A1F21-B13B-8976-F4FA-B09B121D9A6B}"/>
          </ac:spMkLst>
        </pc:spChg>
        <pc:spChg chg="mod">
          <ac:chgData name="새한 김" userId="3f8653d24e571dae" providerId="LiveId" clId="{AF92B0B0-5B66-48A6-9291-22FBDB459E6B}" dt="2026-03-07T07:50:41.776" v="4726"/>
          <ac:spMkLst>
            <pc:docMk/>
            <pc:sldMk cId="3513043461" sldId="285"/>
            <ac:spMk id="140" creationId="{91DF93A4-4973-6D73-90B9-D704BC546BCE}"/>
          </ac:spMkLst>
        </pc:spChg>
        <pc:spChg chg="mod">
          <ac:chgData name="새한 김" userId="3f8653d24e571dae" providerId="LiveId" clId="{AF92B0B0-5B66-48A6-9291-22FBDB459E6B}" dt="2026-03-07T07:50:52.632" v="4729" actId="20577"/>
          <ac:spMkLst>
            <pc:docMk/>
            <pc:sldMk cId="3513043461" sldId="285"/>
            <ac:spMk id="141" creationId="{C1826638-6308-17AA-8BDE-028B30C10D23}"/>
          </ac:spMkLst>
        </pc:spChg>
        <pc:spChg chg="add mod">
          <ac:chgData name="새한 김" userId="3f8653d24e571dae" providerId="LiveId" clId="{AF92B0B0-5B66-48A6-9291-22FBDB459E6B}" dt="2026-03-07T08:06:58.811" v="4820" actId="1037"/>
          <ac:spMkLst>
            <pc:docMk/>
            <pc:sldMk cId="3513043461" sldId="285"/>
            <ac:spMk id="143" creationId="{5A52B17C-6693-1406-A031-6D4D42DFADF4}"/>
          </ac:spMkLst>
        </pc:spChg>
        <pc:grpChg chg="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13" creationId="{798FC99C-A246-9B33-D5DF-FF50865F721C}"/>
          </ac:grpSpMkLst>
        </pc:grpChg>
        <pc:grpChg chg="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17" creationId="{E88E9E08-17C3-3047-0DEA-7E6C8032D5CD}"/>
          </ac:grpSpMkLst>
        </pc:grpChg>
        <pc:grpChg chg="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23" creationId="{BA3BDDCD-DA75-017B-E1E0-1BD846BEB961}"/>
          </ac:grpSpMkLst>
        </pc:grpChg>
        <pc:grpChg chg="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34" creationId="{7CF58C41-E03B-2107-72B4-D26BDD96DEF6}"/>
          </ac:grpSpMkLst>
        </pc:grpChg>
        <pc:grpChg chg="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42" creationId="{E6E365FB-327C-4B45-9CC7-1B0A81744A6F}"/>
          </ac:grpSpMkLst>
        </pc:grpChg>
        <pc:grpChg chg="add 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54" creationId="{18EE3141-F2DA-0812-390B-2C66A5E18C20}"/>
          </ac:grpSpMkLst>
        </pc:grpChg>
        <pc:grpChg chg="add mod">
          <ac:chgData name="새한 김" userId="3f8653d24e571dae" providerId="LiveId" clId="{AF92B0B0-5B66-48A6-9291-22FBDB459E6B}" dt="2026-03-13T14:43:01.768" v="13476" actId="14100"/>
          <ac:grpSpMkLst>
            <pc:docMk/>
            <pc:sldMk cId="3513043461" sldId="285"/>
            <ac:grpSpMk id="85" creationId="{5B16E5FF-89CC-A9E8-3C2B-782CA2569338}"/>
          </ac:grpSpMkLst>
        </pc:grpChg>
        <pc:grpChg chg="mod">
          <ac:chgData name="새한 김" userId="3f8653d24e571dae" providerId="LiveId" clId="{AF92B0B0-5B66-48A6-9291-22FBDB459E6B}" dt="2026-03-13T14:43:59.379" v="13484" actId="14100"/>
          <ac:grpSpMkLst>
            <pc:docMk/>
            <pc:sldMk cId="3513043461" sldId="285"/>
            <ac:grpSpMk id="89" creationId="{2E81CAAF-50B3-5831-F409-F74A39D52186}"/>
          </ac:grpSpMkLst>
        </pc:grpChg>
        <pc:grpChg chg="mod">
          <ac:chgData name="새한 김" userId="3f8653d24e571dae" providerId="LiveId" clId="{AF92B0B0-5B66-48A6-9291-22FBDB459E6B}" dt="2026-03-13T14:43:11.165" v="13478" actId="14100"/>
          <ac:grpSpMkLst>
            <pc:docMk/>
            <pc:sldMk cId="3513043461" sldId="285"/>
            <ac:grpSpMk id="124" creationId="{8BED9585-5DF8-F296-E847-B8C028C5A062}"/>
          </ac:grpSpMkLst>
        </pc:grpChg>
        <pc:grpChg chg="add mod">
          <ac:chgData name="새한 김" userId="3f8653d24e571dae" providerId="LiveId" clId="{AF92B0B0-5B66-48A6-9291-22FBDB459E6B}" dt="2026-03-07T08:05:56.951" v="4783" actId="1038"/>
          <ac:grpSpMkLst>
            <pc:docMk/>
            <pc:sldMk cId="3513043461" sldId="285"/>
            <ac:grpSpMk id="139" creationId="{ECA5B246-F3BD-A4FF-BE22-2F049752A70A}"/>
          </ac:grpSpMkLst>
        </pc:grpChg>
        <pc:graphicFrameChg chg="add mod modGraphic">
          <ac:chgData name="새한 김" userId="3f8653d24e571dae" providerId="LiveId" clId="{AF92B0B0-5B66-48A6-9291-22FBDB459E6B}" dt="2026-03-13T14:44:53.231" v="13497" actId="1037"/>
          <ac:graphicFrameMkLst>
            <pc:docMk/>
            <pc:sldMk cId="3513043461" sldId="285"/>
            <ac:graphicFrameMk id="132" creationId="{AE59F664-7871-A7F6-788A-B246D729A4B2}"/>
          </ac:graphicFrameMkLst>
        </pc:graphicFrameChg>
        <pc:picChg chg="mod ord">
          <ac:chgData name="새한 김" userId="3f8653d24e571dae" providerId="LiveId" clId="{AF92B0B0-5B66-48A6-9291-22FBDB459E6B}" dt="2026-03-07T07:16:29.911" v="3624" actId="164"/>
          <ac:picMkLst>
            <pc:docMk/>
            <pc:sldMk cId="3513043461" sldId="285"/>
            <ac:picMk id="3" creationId="{9832E14E-056C-94D0-5AFD-FD9283CE4DEC}"/>
          </ac:picMkLst>
        </pc:picChg>
        <pc:picChg chg="mod">
          <ac:chgData name="새한 김" userId="3f8653d24e571dae" providerId="LiveId" clId="{AF92B0B0-5B66-48A6-9291-22FBDB459E6B}" dt="2026-03-07T08:05:56.951" v="4783" actId="1038"/>
          <ac:picMkLst>
            <pc:docMk/>
            <pc:sldMk cId="3513043461" sldId="285"/>
            <ac:picMk id="11" creationId="{6AE07915-2C75-E841-10AC-C90C63BC0B50}"/>
          </ac:picMkLst>
        </pc:picChg>
        <pc:picChg chg="add mod">
          <ac:chgData name="새한 김" userId="3f8653d24e571dae" providerId="LiveId" clId="{AF92B0B0-5B66-48A6-9291-22FBDB459E6B}" dt="2026-03-12T08:56:03.251" v="8527"/>
          <ac:picMkLst>
            <pc:docMk/>
            <pc:sldMk cId="3513043461" sldId="285"/>
            <ac:picMk id="30" creationId="{1B75A641-7433-0208-D5F4-FC3E28358E9F}"/>
          </ac:picMkLst>
        </pc:picChg>
        <pc:picChg chg="add mod ord">
          <ac:chgData name="새한 김" userId="3f8653d24e571dae" providerId="LiveId" clId="{AF92B0B0-5B66-48A6-9291-22FBDB459E6B}" dt="2026-03-07T08:07:18.571" v="4835" actId="1037"/>
          <ac:picMkLst>
            <pc:docMk/>
            <pc:sldMk cId="3513043461" sldId="285"/>
            <ac:picMk id="47" creationId="{707E9982-FB4F-9B3A-9355-8556AEB7BA32}"/>
          </ac:picMkLst>
        </pc:picChg>
        <pc:picChg chg="mod">
          <ac:chgData name="새한 김" userId="3f8653d24e571dae" providerId="LiveId" clId="{AF92B0B0-5B66-48A6-9291-22FBDB459E6B}" dt="2026-03-06T16:03:01.951" v="2665"/>
          <ac:picMkLst>
            <pc:docMk/>
            <pc:sldMk cId="3513043461" sldId="285"/>
            <ac:picMk id="57" creationId="{0DA0200D-67A8-DB8A-DC6B-F9F79088992F}"/>
          </ac:picMkLst>
        </pc:picChg>
        <pc:picChg chg="add mod ord">
          <ac:chgData name="새한 김" userId="3f8653d24e571dae" providerId="LiveId" clId="{AF92B0B0-5B66-48A6-9291-22FBDB459E6B}" dt="2026-03-07T07:15:54.006" v="3610" actId="167"/>
          <ac:picMkLst>
            <pc:docMk/>
            <pc:sldMk cId="3513043461" sldId="285"/>
            <ac:picMk id="69" creationId="{A9CE03D0-451B-D27E-B205-AC0877BDB368}"/>
          </ac:picMkLst>
        </pc:picChg>
        <pc:picChg chg="add mod">
          <ac:chgData name="새한 김" userId="3f8653d24e571dae" providerId="LiveId" clId="{AF92B0B0-5B66-48A6-9291-22FBDB459E6B}" dt="2026-03-07T07:16:34.876" v="3625" actId="164"/>
          <ac:picMkLst>
            <pc:docMk/>
            <pc:sldMk cId="3513043461" sldId="285"/>
            <ac:picMk id="70" creationId="{B06A10E0-015A-3E54-CCF0-D7FEB03B1D22}"/>
          </ac:picMkLst>
        </pc:picChg>
        <pc:picChg chg="add mod">
          <ac:chgData name="새한 김" userId="3f8653d24e571dae" providerId="LiveId" clId="{AF92B0B0-5B66-48A6-9291-22FBDB459E6B}" dt="2026-03-07T07:30:58.352" v="4360" actId="1037"/>
          <ac:picMkLst>
            <pc:docMk/>
            <pc:sldMk cId="3513043461" sldId="285"/>
            <ac:picMk id="72" creationId="{815A89E7-8403-0277-6D38-AA03A732F61F}"/>
          </ac:picMkLst>
        </pc:picChg>
        <pc:picChg chg="add mod">
          <ac:chgData name="새한 김" userId="3f8653d24e571dae" providerId="LiveId" clId="{AF92B0B0-5B66-48A6-9291-22FBDB459E6B}" dt="2026-03-07T07:30:58.352" v="4360" actId="1037"/>
          <ac:picMkLst>
            <pc:docMk/>
            <pc:sldMk cId="3513043461" sldId="285"/>
            <ac:picMk id="73" creationId="{E4603A07-A0B5-54FC-A784-42309E3D6A15}"/>
          </ac:picMkLst>
        </pc:picChg>
        <pc:picChg chg="mod">
          <ac:chgData name="새한 김" userId="3f8653d24e571dae" providerId="LiveId" clId="{AF92B0B0-5B66-48A6-9291-22FBDB459E6B}" dt="2026-03-07T07:19:27.852" v="3732"/>
          <ac:picMkLst>
            <pc:docMk/>
            <pc:sldMk cId="3513043461" sldId="285"/>
            <ac:picMk id="90" creationId="{240AADAB-9C48-67F7-4EAD-4C95BB950364}"/>
          </ac:picMkLst>
        </pc:picChg>
        <pc:picChg chg="mod">
          <ac:chgData name="새한 김" userId="3f8653d24e571dae" providerId="LiveId" clId="{AF92B0B0-5B66-48A6-9291-22FBDB459E6B}" dt="2026-03-07T07:19:27.852" v="3732"/>
          <ac:picMkLst>
            <pc:docMk/>
            <pc:sldMk cId="3513043461" sldId="285"/>
            <ac:picMk id="92" creationId="{46669FD7-819E-1594-220C-54D91FE6EB33}"/>
          </ac:picMkLst>
        </pc:picChg>
        <pc:picChg chg="mod">
          <ac:chgData name="새한 김" userId="3f8653d24e571dae" providerId="LiveId" clId="{AF92B0B0-5B66-48A6-9291-22FBDB459E6B}" dt="2026-03-07T07:19:27.852" v="3732"/>
          <ac:picMkLst>
            <pc:docMk/>
            <pc:sldMk cId="3513043461" sldId="285"/>
            <ac:picMk id="93" creationId="{FA7A715A-59F4-1183-0831-9556A5375206}"/>
          </ac:picMkLst>
        </pc:picChg>
        <pc:picChg chg="mod">
          <ac:chgData name="새한 김" userId="3f8653d24e571dae" providerId="LiveId" clId="{AF92B0B0-5B66-48A6-9291-22FBDB459E6B}" dt="2026-03-07T07:32:43.898" v="4372"/>
          <ac:picMkLst>
            <pc:docMk/>
            <pc:sldMk cId="3513043461" sldId="285"/>
            <ac:picMk id="125" creationId="{EF56867A-3C42-81CC-21B8-0AADC5F66874}"/>
          </ac:picMkLst>
        </pc:picChg>
        <pc:picChg chg="mod">
          <ac:chgData name="새한 김" userId="3f8653d24e571dae" providerId="LiveId" clId="{AF92B0B0-5B66-48A6-9291-22FBDB459E6B}" dt="2026-03-07T07:32:43.898" v="4372"/>
          <ac:picMkLst>
            <pc:docMk/>
            <pc:sldMk cId="3513043461" sldId="285"/>
            <ac:picMk id="128" creationId="{791DE450-EC85-4E48-382C-74F290173244}"/>
          </ac:picMkLst>
        </pc:picChg>
        <pc:picChg chg="mod">
          <ac:chgData name="새한 김" userId="3f8653d24e571dae" providerId="LiveId" clId="{AF92B0B0-5B66-48A6-9291-22FBDB459E6B}" dt="2026-03-07T07:50:41.776" v="4726"/>
          <ac:picMkLst>
            <pc:docMk/>
            <pc:sldMk cId="3513043461" sldId="285"/>
            <ac:picMk id="142" creationId="{66DE6D4C-0F0B-C4ED-CCC9-03D58AA09FE0}"/>
          </ac:picMkLst>
        </pc:picChg>
      </pc:sldChg>
      <pc:sldChg chg="addSp delSp modSp add mod">
        <pc:chgData name="새한 김" userId="3f8653d24e571dae" providerId="LiveId" clId="{AF92B0B0-5B66-48A6-9291-22FBDB459E6B}" dt="2026-03-14T02:55:37.179" v="14700" actId="1037"/>
        <pc:sldMkLst>
          <pc:docMk/>
          <pc:sldMk cId="2656638513" sldId="286"/>
        </pc:sldMkLst>
        <pc:spChg chg="mod">
          <ac:chgData name="새한 김" userId="3f8653d24e571dae" providerId="LiveId" clId="{AF92B0B0-5B66-48A6-9291-22FBDB459E6B}" dt="2026-03-14T01:55:53.376" v="14551" actId="2711"/>
          <ac:spMkLst>
            <pc:docMk/>
            <pc:sldMk cId="2656638513" sldId="286"/>
            <ac:spMk id="9" creationId="{68FA7043-15D7-4962-522A-65C2202E22CC}"/>
          </ac:spMkLst>
        </pc:spChg>
        <pc:spChg chg="add mod">
          <ac:chgData name="새한 김" userId="3f8653d24e571dae" providerId="LiveId" clId="{AF92B0B0-5B66-48A6-9291-22FBDB459E6B}" dt="2026-03-12T08:56:10.982" v="8530"/>
          <ac:spMkLst>
            <pc:docMk/>
            <pc:sldMk cId="2656638513" sldId="286"/>
            <ac:spMk id="10" creationId="{F6DB709A-EBF8-A019-7F1A-C20496666180}"/>
          </ac:spMkLst>
        </pc:spChg>
        <pc:spChg chg="add mod">
          <ac:chgData name="새한 김" userId="3f8653d24e571dae" providerId="LiveId" clId="{AF92B0B0-5B66-48A6-9291-22FBDB459E6B}" dt="2026-03-12T08:56:10.982" v="8530"/>
          <ac:spMkLst>
            <pc:docMk/>
            <pc:sldMk cId="2656638513" sldId="286"/>
            <ac:spMk id="11" creationId="{2379ADC2-8D2F-0A37-A71B-55895510297D}"/>
          </ac:spMkLst>
        </pc:spChg>
        <pc:spChg chg="add mod">
          <ac:chgData name="새한 김" userId="3f8653d24e571dae" providerId="LiveId" clId="{AF92B0B0-5B66-48A6-9291-22FBDB459E6B}" dt="2026-03-12T08:56:10.982" v="8530"/>
          <ac:spMkLst>
            <pc:docMk/>
            <pc:sldMk cId="2656638513" sldId="286"/>
            <ac:spMk id="13" creationId="{1C1F0975-24A7-9FE6-2920-CAFDFFD75E8F}"/>
          </ac:spMkLst>
        </pc:spChg>
        <pc:spChg chg="mod">
          <ac:chgData name="새한 김" userId="3f8653d24e571dae" providerId="LiveId" clId="{AF92B0B0-5B66-48A6-9291-22FBDB459E6B}" dt="2026-03-13T13:58:04.454" v="12413" actId="1076"/>
          <ac:spMkLst>
            <pc:docMk/>
            <pc:sldMk cId="2656638513" sldId="286"/>
            <ac:spMk id="21" creationId="{A1A7CA4F-05B0-2C6F-F4DB-E98377C73695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26" creationId="{47C87FC2-63A8-0C99-E783-212DE52A81BC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29" creationId="{5E266BA7-F7C5-61EC-7B4D-3199E58E165E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32" creationId="{2CE29EB3-A0E1-5E34-CA85-E2520873A73A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33" creationId="{6A49579B-6173-152B-3C04-83ECFC95D703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38" creationId="{F014E612-5BD5-BBF5-7940-BC5442DBFDF2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39" creationId="{DF20A72A-DD34-E3A0-A80A-DE5F8570F3EC}"/>
          </ac:spMkLst>
        </pc:spChg>
        <pc:spChg chg="add mod">
          <ac:chgData name="새한 김" userId="3f8653d24e571dae" providerId="LiveId" clId="{AF92B0B0-5B66-48A6-9291-22FBDB459E6B}" dt="2026-03-14T02:55:37.179" v="14700" actId="1037"/>
          <ac:spMkLst>
            <pc:docMk/>
            <pc:sldMk cId="2656638513" sldId="286"/>
            <ac:spMk id="50" creationId="{F639A588-E855-7C55-1D6C-61DD27B1194F}"/>
          </ac:spMkLst>
        </pc:spChg>
        <pc:picChg chg="mod">
          <ac:chgData name="새한 김" userId="3f8653d24e571dae" providerId="LiveId" clId="{AF92B0B0-5B66-48A6-9291-22FBDB459E6B}" dt="2026-03-13T13:57:40.039" v="12410" actId="1076"/>
          <ac:picMkLst>
            <pc:docMk/>
            <pc:sldMk cId="2656638513" sldId="286"/>
            <ac:picMk id="3" creationId="{8CC5F202-F59C-6203-542B-541495EF4A1D}"/>
          </ac:picMkLst>
        </pc:picChg>
        <pc:picChg chg="add mod">
          <ac:chgData name="새한 김" userId="3f8653d24e571dae" providerId="LiveId" clId="{AF92B0B0-5B66-48A6-9291-22FBDB459E6B}" dt="2026-03-12T08:56:10.982" v="8530"/>
          <ac:picMkLst>
            <pc:docMk/>
            <pc:sldMk cId="2656638513" sldId="286"/>
            <ac:picMk id="12" creationId="{0DFAB4D8-66DD-BE06-DF7D-B4208CC8D8D6}"/>
          </ac:picMkLst>
        </pc:picChg>
        <pc:picChg chg="add mod">
          <ac:chgData name="새한 김" userId="3f8653d24e571dae" providerId="LiveId" clId="{AF92B0B0-5B66-48A6-9291-22FBDB459E6B}" dt="2026-03-14T02:55:37.179" v="14700" actId="1037"/>
          <ac:picMkLst>
            <pc:docMk/>
            <pc:sldMk cId="2656638513" sldId="286"/>
            <ac:picMk id="30" creationId="{060F6860-3078-9191-549E-05B17B510F01}"/>
          </ac:picMkLst>
        </pc:picChg>
        <pc:picChg chg="add mod">
          <ac:chgData name="새한 김" userId="3f8653d24e571dae" providerId="LiveId" clId="{AF92B0B0-5B66-48A6-9291-22FBDB459E6B}" dt="2026-03-14T02:55:37.179" v="14700" actId="1037"/>
          <ac:picMkLst>
            <pc:docMk/>
            <pc:sldMk cId="2656638513" sldId="286"/>
            <ac:picMk id="31" creationId="{EC9DDC89-DF83-1AD0-C1E6-F5EB483CD817}"/>
          </ac:picMkLst>
        </pc:picChg>
      </pc:sldChg>
      <pc:sldChg chg="addSp delSp modSp add mod ord">
        <pc:chgData name="새한 김" userId="3f8653d24e571dae" providerId="LiveId" clId="{AF92B0B0-5B66-48A6-9291-22FBDB459E6B}" dt="2026-03-14T01:31:27.986" v="13814"/>
        <pc:sldMkLst>
          <pc:docMk/>
          <pc:sldMk cId="3898872735" sldId="288"/>
        </pc:sldMkLst>
        <pc:spChg chg="add del mod">
          <ac:chgData name="새한 김" userId="3f8653d24e571dae" providerId="LiveId" clId="{AF92B0B0-5B66-48A6-9291-22FBDB459E6B}" dt="2026-03-13T13:57:24.562" v="12406" actId="478"/>
          <ac:spMkLst>
            <pc:docMk/>
            <pc:sldMk cId="3898872735" sldId="288"/>
            <ac:spMk id="3" creationId="{C9CED8BD-35A0-E8DE-C6E9-3C299103376B}"/>
          </ac:spMkLst>
        </pc:spChg>
        <pc:spChg chg="add mod">
          <ac:chgData name="새한 김" userId="3f8653d24e571dae" providerId="LiveId" clId="{AF92B0B0-5B66-48A6-9291-22FBDB459E6B}" dt="2026-03-13T13:57:18.103" v="12404"/>
          <ac:spMkLst>
            <pc:docMk/>
            <pc:sldMk cId="3898872735" sldId="288"/>
            <ac:spMk id="6" creationId="{3AED74B8-784C-CE53-2E37-48DA03F65257}"/>
          </ac:spMkLst>
        </pc:spChg>
        <pc:spChg chg="add mod">
          <ac:chgData name="새한 김" userId="3f8653d24e571dae" providerId="LiveId" clId="{AF92B0B0-5B66-48A6-9291-22FBDB459E6B}" dt="2026-03-13T13:58:07.597" v="12414"/>
          <ac:spMkLst>
            <pc:docMk/>
            <pc:sldMk cId="3898872735" sldId="288"/>
            <ac:spMk id="8" creationId="{1A156BB2-5B12-539C-5C98-5D0BC9C62C81}"/>
          </ac:spMkLst>
        </pc:spChg>
        <pc:spChg chg="add mod">
          <ac:chgData name="새한 김" userId="3f8653d24e571dae" providerId="LiveId" clId="{AF92B0B0-5B66-48A6-9291-22FBDB459E6B}" dt="2026-03-13T13:58:19.674" v="12417" actId="1076"/>
          <ac:spMkLst>
            <pc:docMk/>
            <pc:sldMk cId="3898872735" sldId="288"/>
            <ac:spMk id="9" creationId="{B9AA3FCB-16D1-C13B-AC84-D4BCE8BBB932}"/>
          </ac:spMkLst>
        </pc:spChg>
        <pc:spChg chg="add mod">
          <ac:chgData name="새한 김" userId="3f8653d24e571dae" providerId="LiveId" clId="{AF92B0B0-5B66-48A6-9291-22FBDB459E6B}" dt="2026-03-09T07:11:58.311" v="6508" actId="1035"/>
          <ac:spMkLst>
            <pc:docMk/>
            <pc:sldMk cId="3898872735" sldId="288"/>
            <ac:spMk id="46" creationId="{71A3B08E-8002-0ED7-1734-0D5447173484}"/>
          </ac:spMkLst>
        </pc:spChg>
        <pc:spChg chg="add mod">
          <ac:chgData name="새한 김" userId="3f8653d24e571dae" providerId="LiveId" clId="{AF92B0B0-5B66-48A6-9291-22FBDB459E6B}" dt="2026-03-07T12:11:06.051" v="5620"/>
          <ac:spMkLst>
            <pc:docMk/>
            <pc:sldMk cId="3898872735" sldId="288"/>
            <ac:spMk id="47" creationId="{1658A50F-FFC3-8027-A754-FC897A141CAE}"/>
          </ac:spMkLst>
        </pc:spChg>
        <pc:spChg chg="add mod">
          <ac:chgData name="새한 김" userId="3f8653d24e571dae" providerId="LiveId" clId="{AF92B0B0-5B66-48A6-9291-22FBDB459E6B}" dt="2026-03-07T12:11:17.164" v="5635" actId="20577"/>
          <ac:spMkLst>
            <pc:docMk/>
            <pc:sldMk cId="3898872735" sldId="288"/>
            <ac:spMk id="48" creationId="{88F57E26-1275-4905-1B0C-A7DEA81234B0}"/>
          </ac:spMkLst>
        </pc:spChg>
        <pc:spChg chg="add del mod">
          <ac:chgData name="새한 김" userId="3f8653d24e571dae" providerId="LiveId" clId="{AF92B0B0-5B66-48A6-9291-22FBDB459E6B}" dt="2026-03-09T07:15:34.632" v="6561" actId="1076"/>
          <ac:spMkLst>
            <pc:docMk/>
            <pc:sldMk cId="3898872735" sldId="288"/>
            <ac:spMk id="50" creationId="{0500E71D-168D-19D1-CECC-BC15CF9EE604}"/>
          </ac:spMkLst>
        </pc:spChg>
        <pc:spChg chg="add mod">
          <ac:chgData name="새한 김" userId="3f8653d24e571dae" providerId="LiveId" clId="{AF92B0B0-5B66-48A6-9291-22FBDB459E6B}" dt="2026-03-09T06:48:24.547" v="5880" actId="164"/>
          <ac:spMkLst>
            <pc:docMk/>
            <pc:sldMk cId="3898872735" sldId="288"/>
            <ac:spMk id="57" creationId="{730CDE2E-32D8-F11A-D137-C29478D08027}"/>
          </ac:spMkLst>
        </pc:spChg>
        <pc:spChg chg="add mod">
          <ac:chgData name="새한 김" userId="3f8653d24e571dae" providerId="LiveId" clId="{AF92B0B0-5B66-48A6-9291-22FBDB459E6B}" dt="2026-03-09T07:15:38.409" v="6562" actId="1076"/>
          <ac:spMkLst>
            <pc:docMk/>
            <pc:sldMk cId="3898872735" sldId="288"/>
            <ac:spMk id="59" creationId="{C06D07F1-834B-A402-E0EB-6677D9F3C69B}"/>
          </ac:spMkLst>
        </pc:spChg>
        <pc:spChg chg="add mod">
          <ac:chgData name="새한 김" userId="3f8653d24e571dae" providerId="LiveId" clId="{AF92B0B0-5B66-48A6-9291-22FBDB459E6B}" dt="2026-03-09T07:04:15.027" v="6335" actId="2085"/>
          <ac:spMkLst>
            <pc:docMk/>
            <pc:sldMk cId="3898872735" sldId="288"/>
            <ac:spMk id="60" creationId="{15257A4D-D0E8-4E3A-DD5B-75327899C7D1}"/>
          </ac:spMkLst>
        </pc:spChg>
        <pc:spChg chg="mod topLvl">
          <ac:chgData name="새한 김" userId="3f8653d24e571dae" providerId="LiveId" clId="{AF92B0B0-5B66-48A6-9291-22FBDB459E6B}" dt="2026-03-09T07:16:02.242" v="6570" actId="164"/>
          <ac:spMkLst>
            <pc:docMk/>
            <pc:sldMk cId="3898872735" sldId="288"/>
            <ac:spMk id="62" creationId="{3BF89BCD-CB9A-4485-06A0-BFDD4DE19387}"/>
          </ac:spMkLst>
        </pc:spChg>
        <pc:spChg chg="add mod">
          <ac:chgData name="새한 김" userId="3f8653d24e571dae" providerId="LiveId" clId="{AF92B0B0-5B66-48A6-9291-22FBDB459E6B}" dt="2026-03-09T07:16:02.242" v="6570" actId="164"/>
          <ac:spMkLst>
            <pc:docMk/>
            <pc:sldMk cId="3898872735" sldId="288"/>
            <ac:spMk id="4099" creationId="{C31491AB-75E1-9490-A869-BEA56EC9B203}"/>
          </ac:spMkLst>
        </pc:spChg>
        <pc:spChg chg="add mod ord">
          <ac:chgData name="새한 김" userId="3f8653d24e571dae" providerId="LiveId" clId="{AF92B0B0-5B66-48A6-9291-22FBDB459E6B}" dt="2026-03-09T07:15:45.235" v="6564" actId="14100"/>
          <ac:spMkLst>
            <pc:docMk/>
            <pc:sldMk cId="3898872735" sldId="288"/>
            <ac:spMk id="4101" creationId="{31CAE3D1-8EA7-9259-FFC5-D1CF726743C2}"/>
          </ac:spMkLst>
        </pc:spChg>
        <pc:spChg chg="add mod">
          <ac:chgData name="새한 김" userId="3f8653d24e571dae" providerId="LiveId" clId="{AF92B0B0-5B66-48A6-9291-22FBDB459E6B}" dt="2026-03-10T08:37:32.377" v="7209" actId="1035"/>
          <ac:spMkLst>
            <pc:docMk/>
            <pc:sldMk cId="3898872735" sldId="288"/>
            <ac:spMk id="4102" creationId="{E661CEAC-449F-E8C4-8E1E-564160DC698B}"/>
          </ac:spMkLst>
        </pc:spChg>
        <pc:grpChg chg="add mod">
          <ac:chgData name="새한 김" userId="3f8653d24e571dae" providerId="LiveId" clId="{AF92B0B0-5B66-48A6-9291-22FBDB459E6B}" dt="2026-03-09T07:13:53.701" v="6540" actId="1076"/>
          <ac:grpSpMkLst>
            <pc:docMk/>
            <pc:sldMk cId="3898872735" sldId="288"/>
            <ac:grpSpMk id="58" creationId="{A2A9920D-B38E-A204-2A58-A33C003C32FB}"/>
          </ac:grpSpMkLst>
        </pc:grpChg>
        <pc:grpChg chg="add mod">
          <ac:chgData name="새한 김" userId="3f8653d24e571dae" providerId="LiveId" clId="{AF92B0B0-5B66-48A6-9291-22FBDB459E6B}" dt="2026-03-10T08:37:32.377" v="7209" actId="1035"/>
          <ac:grpSpMkLst>
            <pc:docMk/>
            <pc:sldMk cId="3898872735" sldId="288"/>
            <ac:grpSpMk id="4103" creationId="{5D1EDED3-5D21-1A08-48C5-11B487217C01}"/>
          </ac:grpSpMkLst>
        </pc:grpChg>
        <pc:graphicFrameChg chg="add mod modGraphic">
          <ac:chgData name="새한 김" userId="3f8653d24e571dae" providerId="LiveId" clId="{AF92B0B0-5B66-48A6-9291-22FBDB459E6B}" dt="2026-03-09T06:59:16.189" v="6221" actId="14734"/>
          <ac:graphicFrameMkLst>
            <pc:docMk/>
            <pc:sldMk cId="3898872735" sldId="288"/>
            <ac:graphicFrameMk id="37" creationId="{ADCE3E64-AF7B-B978-D0C7-9350D1465E2C}"/>
          </ac:graphicFrameMkLst>
        </pc:graphicFrameChg>
        <pc:picChg chg="add mod ord">
          <ac:chgData name="새한 김" userId="3f8653d24e571dae" providerId="LiveId" clId="{AF92B0B0-5B66-48A6-9291-22FBDB459E6B}" dt="2026-03-07T12:13:19.458" v="5663" actId="167"/>
          <ac:picMkLst>
            <pc:docMk/>
            <pc:sldMk cId="3898872735" sldId="288"/>
            <ac:picMk id="49" creationId="{87453158-A09A-2785-B11A-A1C1B7EC49CA}"/>
          </ac:picMkLst>
        </pc:picChg>
        <pc:picChg chg="add mod ord">
          <ac:chgData name="새한 김" userId="3f8653d24e571dae" providerId="LiveId" clId="{AF92B0B0-5B66-48A6-9291-22FBDB459E6B}" dt="2026-03-09T06:48:24.547" v="5880" actId="164"/>
          <ac:picMkLst>
            <pc:docMk/>
            <pc:sldMk cId="3898872735" sldId="288"/>
            <ac:picMk id="56" creationId="{3237B67D-304B-A771-9262-507C5F38AB2B}"/>
          </ac:picMkLst>
        </pc:picChg>
        <pc:picChg chg="add mod">
          <ac:chgData name="새한 김" userId="3f8653d24e571dae" providerId="LiveId" clId="{AF92B0B0-5B66-48A6-9291-22FBDB459E6B}" dt="2026-03-09T07:16:02.242" v="6570" actId="164"/>
          <ac:picMkLst>
            <pc:docMk/>
            <pc:sldMk cId="3898872735" sldId="288"/>
            <ac:picMk id="4097" creationId="{61E1F35A-3413-E56A-3D75-00A994283B8A}"/>
          </ac:picMkLst>
        </pc:picChg>
      </pc:sldChg>
      <pc:sldChg chg="addSp delSp modSp add mod">
        <pc:chgData name="새한 김" userId="3f8653d24e571dae" providerId="LiveId" clId="{AF92B0B0-5B66-48A6-9291-22FBDB459E6B}" dt="2026-03-14T01:31:47.339" v="13839" actId="1036"/>
        <pc:sldMkLst>
          <pc:docMk/>
          <pc:sldMk cId="0" sldId="290"/>
        </pc:sldMkLst>
        <pc:spChg chg="mod">
          <ac:chgData name="새한 김" userId="3f8653d24e571dae" providerId="LiveId" clId="{AF92B0B0-5B66-48A6-9291-22FBDB459E6B}" dt="2026-03-13T06:30:10.263" v="9128" actId="1076"/>
          <ac:spMkLst>
            <pc:docMk/>
            <pc:sldMk cId="0" sldId="290"/>
            <ac:spMk id="3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3:58:55.750" v="12425"/>
          <ac:spMkLst>
            <pc:docMk/>
            <pc:sldMk cId="0" sldId="290"/>
            <ac:spMk id="4" creationId="{20B79081-BCB9-DE13-3AD1-E4C00443F2AF}"/>
          </ac:spMkLst>
        </pc:spChg>
        <pc:spChg chg="mod">
          <ac:chgData name="새한 김" userId="3f8653d24e571dae" providerId="LiveId" clId="{AF92B0B0-5B66-48A6-9291-22FBDB459E6B}" dt="2026-03-12T08:36:54.096" v="8224" actId="1036"/>
          <ac:spMkLst>
            <pc:docMk/>
            <pc:sldMk cId="0" sldId="290"/>
            <ac:spMk id="5" creationId="{00000000-0000-0000-0000-000000000000}"/>
          </ac:spMkLst>
        </pc:spChg>
        <pc:spChg chg="mod">
          <ac:chgData name="새한 김" userId="3f8653d24e571dae" providerId="LiveId" clId="{AF92B0B0-5B66-48A6-9291-22FBDB459E6B}" dt="2026-03-12T08:43:57.957" v="8355" actId="164"/>
          <ac:spMkLst>
            <pc:docMk/>
            <pc:sldMk cId="0" sldId="290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2T08:43:57.957" v="8355" actId="164"/>
          <ac:spMkLst>
            <pc:docMk/>
            <pc:sldMk cId="0" sldId="290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9:45.481" v="13663" actId="1076"/>
          <ac:spMkLst>
            <pc:docMk/>
            <pc:sldMk cId="0" sldId="290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13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15" creationId="{00000000-0000-0000-0000-000000000000}"/>
          </ac:spMkLst>
        </pc:spChg>
        <pc:spChg chg="add 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16" creationId="{E3A002FC-474C-0F53-5FB4-22F274546F5E}"/>
          </ac:spMkLst>
        </pc:spChg>
        <pc:spChg chg="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0:14.409" v="13782" actId="20577"/>
          <ac:spMkLst>
            <pc:docMk/>
            <pc:sldMk cId="0" sldId="290"/>
            <ac:spMk id="19" creationId="{00000000-0000-0000-0000-000000000000}"/>
          </ac:spMkLst>
        </pc:spChg>
        <pc:spChg chg="add mod">
          <ac:chgData name="새한 김" userId="3f8653d24e571dae" providerId="LiveId" clId="{AF92B0B0-5B66-48A6-9291-22FBDB459E6B}" dt="2026-03-14T01:29:50.654" v="13780" actId="1076"/>
          <ac:spMkLst>
            <pc:docMk/>
            <pc:sldMk cId="0" sldId="290"/>
            <ac:spMk id="20" creationId="{324BDADB-3932-0F59-F6C0-5D2EA05FE45F}"/>
          </ac:spMkLst>
        </pc:spChg>
        <pc:spChg chg="mod">
          <ac:chgData name="새한 김" userId="3f8653d24e571dae" providerId="LiveId" clId="{AF92B0B0-5B66-48A6-9291-22FBDB459E6B}" dt="2026-03-14T01:30:31.785" v="13797" actId="20577"/>
          <ac:spMkLst>
            <pc:docMk/>
            <pc:sldMk cId="0" sldId="290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13T14:48:30.915" v="13596" actId="14100"/>
          <ac:spMkLst>
            <pc:docMk/>
            <pc:sldMk cId="0" sldId="290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3T06:38:28.164" v="9342" actId="1076"/>
          <ac:spMkLst>
            <pc:docMk/>
            <pc:sldMk cId="0" sldId="290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4T01:31:12.972" v="13813" actId="1036"/>
          <ac:spMkLst>
            <pc:docMk/>
            <pc:sldMk cId="0" sldId="290"/>
            <ac:spMk id="29" creationId="{00000000-0000-0000-0000-000000000000}"/>
          </ac:spMkLst>
        </pc:spChg>
        <pc:spChg chg="add mod ord">
          <ac:chgData name="새한 김" userId="3f8653d24e571dae" providerId="LiveId" clId="{AF92B0B0-5B66-48A6-9291-22FBDB459E6B}" dt="2026-03-12T08:35:46.054" v="8202" actId="13244"/>
          <ac:spMkLst>
            <pc:docMk/>
            <pc:sldMk cId="0" sldId="290"/>
            <ac:spMk id="34" creationId="{EF311B64-8994-1167-33DB-B1DC4BD73D33}"/>
          </ac:spMkLst>
        </pc:spChg>
        <pc:spChg chg="add mod">
          <ac:chgData name="새한 김" userId="3f8653d24e571dae" providerId="LiveId" clId="{AF92B0B0-5B66-48A6-9291-22FBDB459E6B}" dt="2026-03-12T08:36:10.375" v="8207"/>
          <ac:spMkLst>
            <pc:docMk/>
            <pc:sldMk cId="0" sldId="290"/>
            <ac:spMk id="38" creationId="{7132C715-57D8-ECF0-B426-CF8160BCA8E6}"/>
          </ac:spMkLst>
        </pc:spChg>
        <pc:spChg chg="add 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39" creationId="{5A18B0FD-514F-DE2C-275A-FC5A5B1D8B7F}"/>
          </ac:spMkLst>
        </pc:spChg>
        <pc:spChg chg="add mod">
          <ac:chgData name="새한 김" userId="3f8653d24e571dae" providerId="LiveId" clId="{AF92B0B0-5B66-48A6-9291-22FBDB459E6B}" dt="2026-03-12T08:52:45.642" v="8497"/>
          <ac:spMkLst>
            <pc:docMk/>
            <pc:sldMk cId="0" sldId="290"/>
            <ac:spMk id="42" creationId="{9824C1F8-D59E-DAC7-4A68-0C3726C148ED}"/>
          </ac:spMkLst>
        </pc:spChg>
        <pc:spChg chg="add mod">
          <ac:chgData name="새한 김" userId="3f8653d24e571dae" providerId="LiveId" clId="{AF92B0B0-5B66-48A6-9291-22FBDB459E6B}" dt="2026-03-12T08:52:45.642" v="8497"/>
          <ac:spMkLst>
            <pc:docMk/>
            <pc:sldMk cId="0" sldId="290"/>
            <ac:spMk id="43" creationId="{77A039A0-2B12-6E0C-4722-884E72868A27}"/>
          </ac:spMkLst>
        </pc:spChg>
        <pc:spChg chg="add mod">
          <ac:chgData name="새한 김" userId="3f8653d24e571dae" providerId="LiveId" clId="{AF92B0B0-5B66-48A6-9291-22FBDB459E6B}" dt="2026-03-13T06:38:28.164" v="9342" actId="1076"/>
          <ac:spMkLst>
            <pc:docMk/>
            <pc:sldMk cId="0" sldId="290"/>
            <ac:spMk id="45" creationId="{96B405BF-3BC8-6AF9-77E7-8D11F67F4B4C}"/>
          </ac:spMkLst>
        </pc:spChg>
        <pc:spChg chg="add mod">
          <ac:chgData name="새한 김" userId="3f8653d24e571dae" providerId="LiveId" clId="{AF92B0B0-5B66-48A6-9291-22FBDB459E6B}" dt="2026-03-13T06:38:28.164" v="9342" actId="1076"/>
          <ac:spMkLst>
            <pc:docMk/>
            <pc:sldMk cId="0" sldId="290"/>
            <ac:spMk id="46" creationId="{2D773867-224A-18DC-7F31-DA2417899512}"/>
          </ac:spMkLst>
        </pc:spChg>
        <pc:spChg chg="add 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47" creationId="{7D9EAD38-F41C-EECC-17D5-25CB0D5AB137}"/>
          </ac:spMkLst>
        </pc:spChg>
        <pc:spChg chg="add 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48" creationId="{CFDC0792-990E-C366-E994-5FB15648E78B}"/>
          </ac:spMkLst>
        </pc:spChg>
        <pc:spChg chg="add mod">
          <ac:chgData name="새한 김" userId="3f8653d24e571dae" providerId="LiveId" clId="{AF92B0B0-5B66-48A6-9291-22FBDB459E6B}" dt="2026-03-13T14:48:16.636" v="13594" actId="1036"/>
          <ac:spMkLst>
            <pc:docMk/>
            <pc:sldMk cId="0" sldId="290"/>
            <ac:spMk id="52" creationId="{8F867DFD-0068-E223-AAAF-3803E9AAF154}"/>
          </ac:spMkLst>
        </pc:spChg>
        <pc:spChg chg="add mod">
          <ac:chgData name="새한 김" userId="3f8653d24e571dae" providerId="LiveId" clId="{AF92B0B0-5B66-48A6-9291-22FBDB459E6B}" dt="2026-03-14T01:31:47.339" v="13839" actId="1036"/>
          <ac:spMkLst>
            <pc:docMk/>
            <pc:sldMk cId="0" sldId="290"/>
            <ac:spMk id="53" creationId="{ABE1EA63-7D82-6141-D1E9-32DA743212EE}"/>
          </ac:spMkLst>
        </pc:spChg>
        <pc:spChg chg="add mod">
          <ac:chgData name="새한 김" userId="3f8653d24e571dae" providerId="LiveId" clId="{AF92B0B0-5B66-48A6-9291-22FBDB459E6B}" dt="2026-03-13T14:48:16.636" v="13594" actId="1036"/>
          <ac:spMkLst>
            <pc:docMk/>
            <pc:sldMk cId="0" sldId="290"/>
            <ac:spMk id="54" creationId="{47AB074F-207F-2331-245C-306A07A56659}"/>
          </ac:spMkLst>
        </pc:spChg>
        <pc:spChg chg="add mod">
          <ac:chgData name="새한 김" userId="3f8653d24e571dae" providerId="LiveId" clId="{AF92B0B0-5B66-48A6-9291-22FBDB459E6B}" dt="2026-03-13T14:48:16.636" v="13594" actId="1036"/>
          <ac:spMkLst>
            <pc:docMk/>
            <pc:sldMk cId="0" sldId="290"/>
            <ac:spMk id="55" creationId="{06DC406D-F6B8-172B-C3D1-AC82B67FDABD}"/>
          </ac:spMkLst>
        </pc:spChg>
        <pc:spChg chg="add mod">
          <ac:chgData name="새한 김" userId="3f8653d24e571dae" providerId="LiveId" clId="{AF92B0B0-5B66-48A6-9291-22FBDB459E6B}" dt="2026-03-13T06:51:47.625" v="9565" actId="1036"/>
          <ac:spMkLst>
            <pc:docMk/>
            <pc:sldMk cId="0" sldId="290"/>
            <ac:spMk id="57" creationId="{4666BDA7-E904-55FB-21D9-930ADCAAFDF1}"/>
          </ac:spMkLst>
        </pc:spChg>
        <pc:spChg chg="add mod">
          <ac:chgData name="새한 김" userId="3f8653d24e571dae" providerId="LiveId" clId="{AF92B0B0-5B66-48A6-9291-22FBDB459E6B}" dt="2026-03-13T06:51:47.625" v="9565" actId="1036"/>
          <ac:spMkLst>
            <pc:docMk/>
            <pc:sldMk cId="0" sldId="290"/>
            <ac:spMk id="58" creationId="{C0E90817-F314-68BA-166D-39842B259832}"/>
          </ac:spMkLst>
        </pc:spChg>
        <pc:grpChg chg="add mod">
          <ac:chgData name="새한 김" userId="3f8653d24e571dae" providerId="LiveId" clId="{AF92B0B0-5B66-48A6-9291-22FBDB459E6B}" dt="2026-03-14T01:28:40.382" v="13764" actId="1076"/>
          <ac:grpSpMkLst>
            <pc:docMk/>
            <pc:sldMk cId="0" sldId="290"/>
            <ac:grpSpMk id="40" creationId="{48185503-606E-5126-655B-A7D0BFD78640}"/>
          </ac:grpSpMkLst>
        </pc:grpChg>
        <pc:grpChg chg="add mod ord">
          <ac:chgData name="새한 김" userId="3f8653d24e571dae" providerId="LiveId" clId="{AF92B0B0-5B66-48A6-9291-22FBDB459E6B}" dt="2026-03-13T14:49:26.009" v="13662" actId="1036"/>
          <ac:grpSpMkLst>
            <pc:docMk/>
            <pc:sldMk cId="0" sldId="290"/>
            <ac:grpSpMk id="41" creationId="{D9F0424B-B719-3C01-F518-4BF01E6A7A12}"/>
          </ac:grpSpMkLst>
        </pc:grpChg>
        <pc:grpChg chg="add mod">
          <ac:chgData name="새한 김" userId="3f8653d24e571dae" providerId="LiveId" clId="{AF92B0B0-5B66-48A6-9291-22FBDB459E6B}" dt="2026-03-13T06:38:28.164" v="9342" actId="1076"/>
          <ac:grpSpMkLst>
            <pc:docMk/>
            <pc:sldMk cId="0" sldId="290"/>
            <ac:grpSpMk id="49" creationId="{2A331DB2-C9E2-E2BE-4A92-D76113ADABB4}"/>
          </ac:grpSpMkLst>
        </pc:grpChg>
        <pc:grpChg chg="add mod">
          <ac:chgData name="새한 김" userId="3f8653d24e571dae" providerId="LiveId" clId="{AF92B0B0-5B66-48A6-9291-22FBDB459E6B}" dt="2026-03-13T06:38:28.164" v="9342" actId="1076"/>
          <ac:grpSpMkLst>
            <pc:docMk/>
            <pc:sldMk cId="0" sldId="290"/>
            <ac:grpSpMk id="50" creationId="{A4C9C74E-AD7E-831F-E7E7-1D323D585242}"/>
          </ac:grpSpMkLst>
        </pc:grpChg>
        <pc:grpChg chg="add mod">
          <ac:chgData name="새한 김" userId="3f8653d24e571dae" providerId="LiveId" clId="{AF92B0B0-5B66-48A6-9291-22FBDB459E6B}" dt="2026-03-13T06:38:28.164" v="9342" actId="1076"/>
          <ac:grpSpMkLst>
            <pc:docMk/>
            <pc:sldMk cId="0" sldId="290"/>
            <ac:grpSpMk id="51" creationId="{02DE1D02-4114-A23E-FBB8-9479B74E0763}"/>
          </ac:grpSpMkLst>
        </pc:grpChg>
        <pc:grpChg chg="add del mod">
          <ac:chgData name="새한 김" userId="3f8653d24e571dae" providerId="LiveId" clId="{AF92B0B0-5B66-48A6-9291-22FBDB459E6B}" dt="2026-03-13T14:48:16.636" v="13594" actId="1036"/>
          <ac:grpSpMkLst>
            <pc:docMk/>
            <pc:sldMk cId="0" sldId="290"/>
            <ac:grpSpMk id="56" creationId="{FDE755EE-A5C2-996C-A379-FFA72FA22320}"/>
          </ac:grpSpMkLst>
        </pc:grpChg>
        <pc:picChg chg="mod">
          <ac:chgData name="새한 김" userId="3f8653d24e571dae" providerId="LiveId" clId="{AF92B0B0-5B66-48A6-9291-22FBDB459E6B}" dt="2026-03-13T14:49:45.481" v="13663" actId="1076"/>
          <ac:picMkLst>
            <pc:docMk/>
            <pc:sldMk cId="0" sldId="290"/>
            <ac:picMk id="10" creationId="{00000000-0000-0000-0000-000000000000}"/>
          </ac:picMkLst>
        </pc:picChg>
        <pc:picChg chg="mod">
          <ac:chgData name="새한 김" userId="3f8653d24e571dae" providerId="LiveId" clId="{AF92B0B0-5B66-48A6-9291-22FBDB459E6B}" dt="2026-03-13T14:49:26.009" v="13662" actId="1036"/>
          <ac:picMkLst>
            <pc:docMk/>
            <pc:sldMk cId="0" sldId="290"/>
            <ac:picMk id="17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2T08:36:10.375" v="8207"/>
          <ac:picMkLst>
            <pc:docMk/>
            <pc:sldMk cId="0" sldId="290"/>
            <ac:picMk id="37" creationId="{68A90400-CA11-7853-4929-CF3EF1DA055C}"/>
          </ac:picMkLst>
        </pc:picChg>
        <pc:picChg chg="add mod">
          <ac:chgData name="새한 김" userId="3f8653d24e571dae" providerId="LiveId" clId="{AF92B0B0-5B66-48A6-9291-22FBDB459E6B}" dt="2026-03-12T08:28:48.192" v="8068" actId="1035"/>
          <ac:picMkLst>
            <pc:docMk/>
            <pc:sldMk cId="0" sldId="290"/>
            <ac:picMk id="1028" creationId="{3700C122-92C4-6CBB-CD03-2E9A4AACC656}"/>
          </ac:picMkLst>
        </pc:picChg>
        <pc:picChg chg="add mod">
          <ac:chgData name="새한 김" userId="3f8653d24e571dae" providerId="LiveId" clId="{AF92B0B0-5B66-48A6-9291-22FBDB459E6B}" dt="2026-03-13T06:38:28.164" v="9342" actId="1076"/>
          <ac:picMkLst>
            <pc:docMk/>
            <pc:sldMk cId="0" sldId="290"/>
            <ac:picMk id="1036" creationId="{A8B51FBD-47D5-43A0-5574-C3B7A8834772}"/>
          </ac:picMkLst>
        </pc:picChg>
        <pc:picChg chg="add mod">
          <ac:chgData name="새한 김" userId="3f8653d24e571dae" providerId="LiveId" clId="{AF92B0B0-5B66-48A6-9291-22FBDB459E6B}" dt="2026-03-13T06:38:28.164" v="9342" actId="1076"/>
          <ac:picMkLst>
            <pc:docMk/>
            <pc:sldMk cId="0" sldId="290"/>
            <ac:picMk id="1038" creationId="{20CCCA0A-5628-3EE5-4414-2E7AA35BD0DF}"/>
          </ac:picMkLst>
        </pc:picChg>
        <pc:picChg chg="add mod">
          <ac:chgData name="새한 김" userId="3f8653d24e571dae" providerId="LiveId" clId="{AF92B0B0-5B66-48A6-9291-22FBDB459E6B}" dt="2026-03-13T14:48:16.636" v="13594" actId="1036"/>
          <ac:picMkLst>
            <pc:docMk/>
            <pc:sldMk cId="0" sldId="290"/>
            <ac:picMk id="1040" creationId="{C820C4D9-E925-14FB-4F45-57BA217544D6}"/>
          </ac:picMkLst>
        </pc:picChg>
        <pc:picChg chg="add mod">
          <ac:chgData name="새한 김" userId="3f8653d24e571dae" providerId="LiveId" clId="{AF92B0B0-5B66-48A6-9291-22FBDB459E6B}" dt="2026-03-13T14:48:16.636" v="13594" actId="1036"/>
          <ac:picMkLst>
            <pc:docMk/>
            <pc:sldMk cId="0" sldId="290"/>
            <ac:picMk id="1042" creationId="{AAB98CC5-99DB-004A-C918-B06EFAECB6E5}"/>
          </ac:picMkLst>
        </pc:picChg>
      </pc:sldChg>
      <pc:sldChg chg="addSp delSp modSp add mod">
        <pc:chgData name="새한 김" userId="3f8653d24e571dae" providerId="LiveId" clId="{AF92B0B0-5B66-48A6-9291-22FBDB459E6B}" dt="2026-03-14T02:56:44.792" v="14712" actId="1035"/>
        <pc:sldMkLst>
          <pc:docMk/>
          <pc:sldMk cId="0" sldId="291"/>
        </pc:sldMkLst>
        <pc:spChg chg="add del mod">
          <ac:chgData name="새한 김" userId="3f8653d24e571dae" providerId="LiveId" clId="{AF92B0B0-5B66-48A6-9291-22FBDB459E6B}" dt="2026-03-13T12:37:40.791" v="10491" actId="1076"/>
          <ac:spMkLst>
            <pc:docMk/>
            <pc:sldMk cId="0" sldId="291"/>
            <ac:spMk id="3" creationId="{00000000-0000-0000-0000-000000000000}"/>
          </ac:spMkLst>
        </pc:spChg>
        <pc:spChg chg="add mod">
          <ac:chgData name="새한 김" userId="3f8653d24e571dae" providerId="LiveId" clId="{AF92B0B0-5B66-48A6-9291-22FBDB459E6B}" dt="2026-03-13T13:59:02.353" v="12427"/>
          <ac:spMkLst>
            <pc:docMk/>
            <pc:sldMk cId="0" sldId="291"/>
            <ac:spMk id="4" creationId="{87901F4F-3FA4-08AC-A357-733135E0E1A9}"/>
          </ac:spMkLst>
        </pc:spChg>
        <pc:spChg chg="add mod">
          <ac:chgData name="새한 김" userId="3f8653d24e571dae" providerId="LiveId" clId="{AF92B0B0-5B66-48A6-9291-22FBDB459E6B}" dt="2026-03-14T01:32:11.987" v="13840"/>
          <ac:spMkLst>
            <pc:docMk/>
            <pc:sldMk cId="0" sldId="291"/>
            <ac:spMk id="5" creationId="{30D35F43-E19D-5BAF-A095-EF6B0C83D092}"/>
          </ac:spMkLst>
        </pc:spChg>
        <pc:spChg chg="mod">
          <ac:chgData name="새한 김" userId="3f8653d24e571dae" providerId="LiveId" clId="{AF92B0B0-5B66-48A6-9291-22FBDB459E6B}" dt="2026-03-13T07:09:55.404" v="9720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3:45.414" v="9815" actId="14100"/>
          <ac:spMkLst>
            <pc:docMk/>
            <pc:sldMk cId="0" sldId="291"/>
            <ac:spMk id="9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29.111" v="9750" actId="1035"/>
          <ac:spMkLst>
            <pc:docMk/>
            <pc:sldMk cId="0" sldId="291"/>
            <ac:spMk id="11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4:09.150" v="9832" actId="1037"/>
          <ac:spMkLst>
            <pc:docMk/>
            <pc:sldMk cId="0" sldId="291"/>
            <ac:spMk id="12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8:21.132" v="9922" actId="1037"/>
          <ac:spMkLst>
            <pc:docMk/>
            <pc:sldMk cId="0" sldId="291"/>
            <ac:spMk id="13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43.165" v="9769" actId="1035"/>
          <ac:spMkLst>
            <pc:docMk/>
            <pc:sldMk cId="0" sldId="291"/>
            <ac:spMk id="14" creationId="{00000000-0000-0000-0000-000000000000}"/>
          </ac:spMkLst>
        </pc:spChg>
        <pc:spChg chg="mod">
          <ac:chgData name="새한 김" userId="3f8653d24e571dae" providerId="LiveId" clId="{AF92B0B0-5B66-48A6-9291-22FBDB459E6B}" dt="2026-03-13T07:09:04.504" v="9701" actId="14100"/>
          <ac:spMkLst>
            <pc:docMk/>
            <pc:sldMk cId="0" sldId="291"/>
            <ac:spMk id="15" creationId="{00000000-0000-0000-0000-000000000000}"/>
          </ac:spMkLst>
        </pc:spChg>
        <pc:spChg chg="mod">
          <ac:chgData name="새한 김" userId="3f8653d24e571dae" providerId="LiveId" clId="{AF92B0B0-5B66-48A6-9291-22FBDB459E6B}" dt="2026-03-13T07:08:21.680" v="9695" actId="14100"/>
          <ac:spMkLst>
            <pc:docMk/>
            <pc:sldMk cId="0" sldId="291"/>
            <ac:spMk id="16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29.111" v="9750" actId="1035"/>
          <ac:spMkLst>
            <pc:docMk/>
            <pc:sldMk cId="0" sldId="291"/>
            <ac:spMk id="18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4:19.807" v="9838" actId="1037"/>
          <ac:spMkLst>
            <pc:docMk/>
            <pc:sldMk cId="0" sldId="291"/>
            <ac:spMk id="19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7:06.371" v="9889" actId="20577"/>
          <ac:spMkLst>
            <pc:docMk/>
            <pc:sldMk cId="0" sldId="291"/>
            <ac:spMk id="20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43.165" v="9769" actId="1035"/>
          <ac:spMkLst>
            <pc:docMk/>
            <pc:sldMk cId="0" sldId="291"/>
            <ac:spMk id="21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08.972" v="9737" actId="1038"/>
          <ac:spMkLst>
            <pc:docMk/>
            <pc:sldMk cId="0" sldId="291"/>
            <ac:spMk id="22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08.972" v="9737" actId="1038"/>
          <ac:spMkLst>
            <pc:docMk/>
            <pc:sldMk cId="0" sldId="291"/>
            <ac:spMk id="23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29.111" v="9750" actId="1035"/>
          <ac:spMkLst>
            <pc:docMk/>
            <pc:sldMk cId="0" sldId="291"/>
            <ac:spMk id="25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2:30.747" v="9806" actId="1037"/>
          <ac:spMkLst>
            <pc:docMk/>
            <pc:sldMk cId="0" sldId="291"/>
            <ac:spMk id="26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2:30.747" v="9806" actId="1037"/>
          <ac:spMkLst>
            <pc:docMk/>
            <pc:sldMk cId="0" sldId="291"/>
            <ac:spMk id="27" creationId="{00000000-0000-0000-0000-000000000000}"/>
          </ac:spMkLst>
        </pc:spChg>
        <pc:spChg chg="mod">
          <ac:chgData name="새한 김" userId="3f8653d24e571dae" providerId="LiveId" clId="{AF92B0B0-5B66-48A6-9291-22FBDB459E6B}" dt="2026-03-13T07:10:43.165" v="9769" actId="1035"/>
          <ac:spMkLst>
            <pc:docMk/>
            <pc:sldMk cId="0" sldId="291"/>
            <ac:spMk id="28" creationId="{00000000-0000-0000-0000-000000000000}"/>
          </ac:spMkLst>
        </pc:spChg>
        <pc:spChg chg="mod">
          <ac:chgData name="새한 김" userId="3f8653d24e571dae" providerId="LiveId" clId="{AF92B0B0-5B66-48A6-9291-22FBDB459E6B}" dt="2026-03-13T12:39:39.168" v="10530" actId="1076"/>
          <ac:spMkLst>
            <pc:docMk/>
            <pc:sldMk cId="0" sldId="291"/>
            <ac:spMk id="29" creationId="{00000000-0000-0000-0000-000000000000}"/>
          </ac:spMkLst>
        </pc:spChg>
        <pc:spChg chg="mod">
          <ac:chgData name="새한 김" userId="3f8653d24e571dae" providerId="LiveId" clId="{AF92B0B0-5B66-48A6-9291-22FBDB459E6B}" dt="2026-03-13T12:30:43.225" v="10450" actId="14100"/>
          <ac:spMkLst>
            <pc:docMk/>
            <pc:sldMk cId="0" sldId="291"/>
            <ac:spMk id="31" creationId="{00000000-0000-0000-0000-000000000000}"/>
          </ac:spMkLst>
        </pc:spChg>
        <pc:spChg chg="mod">
          <ac:chgData name="새한 김" userId="3f8653d24e571dae" providerId="LiveId" clId="{AF92B0B0-5B66-48A6-9291-22FBDB459E6B}" dt="2026-03-13T13:59:32.728" v="12432" actId="14100"/>
          <ac:spMkLst>
            <pc:docMk/>
            <pc:sldMk cId="0" sldId="291"/>
            <ac:spMk id="39" creationId="{00000000-0000-0000-0000-000000000000}"/>
          </ac:spMkLst>
        </pc:spChg>
        <pc:spChg chg="mod">
          <ac:chgData name="새한 김" userId="3f8653d24e571dae" providerId="LiveId" clId="{AF92B0B0-5B66-48A6-9291-22FBDB459E6B}" dt="2026-03-13T06:45:53.654" v="9454" actId="1076"/>
          <ac:spMkLst>
            <pc:docMk/>
            <pc:sldMk cId="0" sldId="291"/>
            <ac:spMk id="41" creationId="{00000000-0000-0000-0000-000000000000}"/>
          </ac:spMkLst>
        </pc:spChg>
        <pc:spChg chg="mod">
          <ac:chgData name="새한 김" userId="3f8653d24e571dae" providerId="LiveId" clId="{AF92B0B0-5B66-48A6-9291-22FBDB459E6B}" dt="2026-03-13T13:59:41.037" v="12434" actId="6549"/>
          <ac:spMkLst>
            <pc:docMk/>
            <pc:sldMk cId="0" sldId="291"/>
            <ac:spMk id="42" creationId="{00000000-0000-0000-0000-000000000000}"/>
          </ac:spMkLst>
        </pc:spChg>
        <pc:spChg chg="mod">
          <ac:chgData name="새한 김" userId="3f8653d24e571dae" providerId="LiveId" clId="{AF92B0B0-5B66-48A6-9291-22FBDB459E6B}" dt="2026-03-14T02:56:33.877" v="14701" actId="14100"/>
          <ac:spMkLst>
            <pc:docMk/>
            <pc:sldMk cId="0" sldId="291"/>
            <ac:spMk id="45" creationId="{00000000-0000-0000-0000-000000000000}"/>
          </ac:spMkLst>
        </pc:spChg>
        <pc:spChg chg="mod">
          <ac:chgData name="새한 김" userId="3f8653d24e571dae" providerId="LiveId" clId="{AF92B0B0-5B66-48A6-9291-22FBDB459E6B}" dt="2026-03-13T13:59:24.976" v="12430" actId="14100"/>
          <ac:spMkLst>
            <pc:docMk/>
            <pc:sldMk cId="0" sldId="291"/>
            <ac:spMk id="46" creationId="{00000000-0000-0000-0000-000000000000}"/>
          </ac:spMkLst>
        </pc:spChg>
        <pc:spChg chg="mod">
          <ac:chgData name="새한 김" userId="3f8653d24e571dae" providerId="LiveId" clId="{AF92B0B0-5B66-48A6-9291-22FBDB459E6B}" dt="2026-03-14T02:56:44.792" v="14712" actId="1035"/>
          <ac:spMkLst>
            <pc:docMk/>
            <pc:sldMk cId="0" sldId="291"/>
            <ac:spMk id="48" creationId="{00000000-0000-0000-0000-000000000000}"/>
          </ac:spMkLst>
        </pc:spChg>
        <pc:spChg chg="add mod">
          <ac:chgData name="새한 김" userId="3f8653d24e571dae" providerId="LiveId" clId="{AF92B0B0-5B66-48A6-9291-22FBDB459E6B}" dt="2026-03-12T08:48:51.789" v="8413"/>
          <ac:spMkLst>
            <pc:docMk/>
            <pc:sldMk cId="0" sldId="291"/>
            <ac:spMk id="49" creationId="{66AABE2A-F84F-ABAC-BD3D-A9C36AA758AD}"/>
          </ac:spMkLst>
        </pc:spChg>
        <pc:spChg chg="add mod">
          <ac:chgData name="새한 김" userId="3f8653d24e571dae" providerId="LiveId" clId="{AF92B0B0-5B66-48A6-9291-22FBDB459E6B}" dt="2026-03-12T08:48:51.789" v="8413"/>
          <ac:spMkLst>
            <pc:docMk/>
            <pc:sldMk cId="0" sldId="291"/>
            <ac:spMk id="50" creationId="{2B8765B5-C160-DC32-F28E-3556D7A4AD85}"/>
          </ac:spMkLst>
        </pc:spChg>
        <pc:spChg chg="add mod">
          <ac:chgData name="새한 김" userId="3f8653d24e571dae" providerId="LiveId" clId="{AF92B0B0-5B66-48A6-9291-22FBDB459E6B}" dt="2026-03-12T08:48:51.789" v="8413"/>
          <ac:spMkLst>
            <pc:docMk/>
            <pc:sldMk cId="0" sldId="291"/>
            <ac:spMk id="52" creationId="{32AE7859-FFFC-B9C5-BB0B-1C3E7227E811}"/>
          </ac:spMkLst>
        </pc:spChg>
        <pc:spChg chg="add mod">
          <ac:chgData name="새한 김" userId="3f8653d24e571dae" providerId="LiveId" clId="{AF92B0B0-5B66-48A6-9291-22FBDB459E6B}" dt="2026-03-12T08:52:47.365" v="8498"/>
          <ac:spMkLst>
            <pc:docMk/>
            <pc:sldMk cId="0" sldId="291"/>
            <ac:spMk id="54" creationId="{A48213EA-52DF-CA66-D609-F4F5E961E5BA}"/>
          </ac:spMkLst>
        </pc:spChg>
        <pc:spChg chg="add mod">
          <ac:chgData name="새한 김" userId="3f8653d24e571dae" providerId="LiveId" clId="{AF92B0B0-5B66-48A6-9291-22FBDB459E6B}" dt="2026-03-12T08:52:47.365" v="8498"/>
          <ac:spMkLst>
            <pc:docMk/>
            <pc:sldMk cId="0" sldId="291"/>
            <ac:spMk id="55" creationId="{65CA9A34-70C7-8E05-880B-56ECCC509B25}"/>
          </ac:spMkLst>
        </pc:spChg>
        <pc:spChg chg="add mod">
          <ac:chgData name="새한 김" userId="3f8653d24e571dae" providerId="LiveId" clId="{AF92B0B0-5B66-48A6-9291-22FBDB459E6B}" dt="2026-03-13T12:41:38.650" v="10601" actId="1076"/>
          <ac:spMkLst>
            <pc:docMk/>
            <pc:sldMk cId="0" sldId="291"/>
            <ac:spMk id="57" creationId="{5621626E-667D-2DA1-8AC9-51894D7FEE0D}"/>
          </ac:spMkLst>
        </pc:spChg>
        <pc:spChg chg="add mod">
          <ac:chgData name="새한 김" userId="3f8653d24e571dae" providerId="LiveId" clId="{AF92B0B0-5B66-48A6-9291-22FBDB459E6B}" dt="2026-03-13T12:41:38.650" v="10601" actId="1076"/>
          <ac:spMkLst>
            <pc:docMk/>
            <pc:sldMk cId="0" sldId="291"/>
            <ac:spMk id="58" creationId="{59DF92E0-17EB-CA50-0313-07E556EFD170}"/>
          </ac:spMkLst>
        </pc:spChg>
        <pc:spChg chg="add mod">
          <ac:chgData name="새한 김" userId="3f8653d24e571dae" providerId="LiveId" clId="{AF92B0B0-5B66-48A6-9291-22FBDB459E6B}" dt="2026-03-13T12:42:48.929" v="10639" actId="14100"/>
          <ac:spMkLst>
            <pc:docMk/>
            <pc:sldMk cId="0" sldId="291"/>
            <ac:spMk id="59" creationId="{C46063AD-79C7-6B8A-2F9C-F5EAB622301E}"/>
          </ac:spMkLst>
        </pc:spChg>
        <pc:spChg chg="add mod">
          <ac:chgData name="새한 김" userId="3f8653d24e571dae" providerId="LiveId" clId="{AF92B0B0-5B66-48A6-9291-22FBDB459E6B}" dt="2026-03-13T12:42:35.567" v="10637" actId="1035"/>
          <ac:spMkLst>
            <pc:docMk/>
            <pc:sldMk cId="0" sldId="291"/>
            <ac:spMk id="60" creationId="{2F41B762-2376-0D7B-9FBC-CC47CA77D902}"/>
          </ac:spMkLst>
        </pc:spChg>
        <pc:spChg chg="add mod">
          <ac:chgData name="새한 김" userId="3f8653d24e571dae" providerId="LiveId" clId="{AF92B0B0-5B66-48A6-9291-22FBDB459E6B}" dt="2026-03-13T12:40:03.139" v="10533" actId="14100"/>
          <ac:spMkLst>
            <pc:docMk/>
            <pc:sldMk cId="0" sldId="291"/>
            <ac:spMk id="61" creationId="{BDB8A34B-3001-42B3-28A1-6271F697C80B}"/>
          </ac:spMkLst>
        </pc:spChg>
        <pc:spChg chg="add mod">
          <ac:chgData name="새한 김" userId="3f8653d24e571dae" providerId="LiveId" clId="{AF92B0B0-5B66-48A6-9291-22FBDB459E6B}" dt="2026-03-13T12:39:59.867" v="10532" actId="14100"/>
          <ac:spMkLst>
            <pc:docMk/>
            <pc:sldMk cId="0" sldId="291"/>
            <ac:spMk id="63" creationId="{14B49257-1DF7-8317-A1A8-982C73698F73}"/>
          </ac:spMkLst>
        </pc:spChg>
        <pc:spChg chg="add mod ord">
          <ac:chgData name="새한 김" userId="3f8653d24e571dae" providerId="LiveId" clId="{AF92B0B0-5B66-48A6-9291-22FBDB459E6B}" dt="2026-03-13T12:39:52.337" v="10531" actId="14100"/>
          <ac:spMkLst>
            <pc:docMk/>
            <pc:sldMk cId="0" sldId="291"/>
            <ac:spMk id="2048" creationId="{7505DA14-FA25-69FA-0585-B46CF6FDC85B}"/>
          </ac:spMkLst>
        </pc:spChg>
        <pc:spChg chg="add mod">
          <ac:chgData name="새한 김" userId="3f8653d24e571dae" providerId="LiveId" clId="{AF92B0B0-5B66-48A6-9291-22FBDB459E6B}" dt="2026-03-13T12:40:30.564" v="10535" actId="1076"/>
          <ac:spMkLst>
            <pc:docMk/>
            <pc:sldMk cId="0" sldId="291"/>
            <ac:spMk id="2051" creationId="{352312B0-F47B-0EAC-23FC-C5BD637FF417}"/>
          </ac:spMkLst>
        </pc:spChg>
        <pc:spChg chg="add mod">
          <ac:chgData name="새한 김" userId="3f8653d24e571dae" providerId="LiveId" clId="{AF92B0B0-5B66-48A6-9291-22FBDB459E6B}" dt="2026-03-13T12:40:30.564" v="10535" actId="1076"/>
          <ac:spMkLst>
            <pc:docMk/>
            <pc:sldMk cId="0" sldId="291"/>
            <ac:spMk id="2055" creationId="{BA221CC8-4C9D-7C0F-9D83-2D7779BBE13E}"/>
          </ac:spMkLst>
        </pc:spChg>
        <pc:spChg chg="add mod">
          <ac:chgData name="새한 김" userId="3f8653d24e571dae" providerId="LiveId" clId="{AF92B0B0-5B66-48A6-9291-22FBDB459E6B}" dt="2026-03-13T12:40:30.564" v="10535" actId="1076"/>
          <ac:spMkLst>
            <pc:docMk/>
            <pc:sldMk cId="0" sldId="291"/>
            <ac:spMk id="2057" creationId="{73C9608B-77ED-3A9D-489B-3A429E0AB4FF}"/>
          </ac:spMkLst>
        </pc:spChg>
        <pc:picChg chg="mod">
          <ac:chgData name="새한 김" userId="3f8653d24e571dae" providerId="LiveId" clId="{AF92B0B0-5B66-48A6-9291-22FBDB459E6B}" dt="2026-03-13T07:08:21.680" v="9695" actId="14100"/>
          <ac:picMkLst>
            <pc:docMk/>
            <pc:sldMk cId="0" sldId="291"/>
            <ac:picMk id="6" creationId="{00000000-0000-0000-0000-000000000000}"/>
          </ac:picMkLst>
        </pc:picChg>
        <pc:picChg chg="mod">
          <ac:chgData name="새한 김" userId="3f8653d24e571dae" providerId="LiveId" clId="{AF92B0B0-5B66-48A6-9291-22FBDB459E6B}" dt="2026-03-13T07:10:29.111" v="9750" actId="1035"/>
          <ac:picMkLst>
            <pc:docMk/>
            <pc:sldMk cId="0" sldId="291"/>
            <ac:picMk id="10" creationId="{00000000-0000-0000-0000-000000000000}"/>
          </ac:picMkLst>
        </pc:picChg>
        <pc:picChg chg="mod">
          <ac:chgData name="새한 김" userId="3f8653d24e571dae" providerId="LiveId" clId="{AF92B0B0-5B66-48A6-9291-22FBDB459E6B}" dt="2026-03-13T07:10:29.111" v="9750" actId="1035"/>
          <ac:picMkLst>
            <pc:docMk/>
            <pc:sldMk cId="0" sldId="291"/>
            <ac:picMk id="17" creationId="{00000000-0000-0000-0000-000000000000}"/>
          </ac:picMkLst>
        </pc:picChg>
        <pc:picChg chg="mod">
          <ac:chgData name="새한 김" userId="3f8653d24e571dae" providerId="LiveId" clId="{AF92B0B0-5B66-48A6-9291-22FBDB459E6B}" dt="2026-03-13T07:10:29.111" v="9750" actId="1035"/>
          <ac:picMkLst>
            <pc:docMk/>
            <pc:sldMk cId="0" sldId="291"/>
            <ac:picMk id="24" creationId="{00000000-0000-0000-0000-000000000000}"/>
          </ac:picMkLst>
        </pc:picChg>
        <pc:picChg chg="mod">
          <ac:chgData name="새한 김" userId="3f8653d24e571dae" providerId="LiveId" clId="{AF92B0B0-5B66-48A6-9291-22FBDB459E6B}" dt="2026-03-13T12:30:41.595" v="10449" actId="14100"/>
          <ac:picMkLst>
            <pc:docMk/>
            <pc:sldMk cId="0" sldId="291"/>
            <ac:picMk id="30" creationId="{00000000-0000-0000-0000-000000000000}"/>
          </ac:picMkLst>
        </pc:picChg>
        <pc:picChg chg="mod">
          <ac:chgData name="새한 김" userId="3f8653d24e571dae" providerId="LiveId" clId="{AF92B0B0-5B66-48A6-9291-22FBDB459E6B}" dt="2026-03-13T06:45:53.654" v="9454" actId="1076"/>
          <ac:picMkLst>
            <pc:docMk/>
            <pc:sldMk cId="0" sldId="291"/>
            <ac:picMk id="40" creationId="{00000000-0000-0000-0000-000000000000}"/>
          </ac:picMkLst>
        </pc:picChg>
        <pc:picChg chg="mod">
          <ac:chgData name="새한 김" userId="3f8653d24e571dae" providerId="LiveId" clId="{AF92B0B0-5B66-48A6-9291-22FBDB459E6B}" dt="2026-03-13T06:45:53.654" v="9454" actId="1076"/>
          <ac:picMkLst>
            <pc:docMk/>
            <pc:sldMk cId="0" sldId="291"/>
            <ac:picMk id="47" creationId="{00000000-0000-0000-0000-000000000000}"/>
          </ac:picMkLst>
        </pc:picChg>
        <pc:picChg chg="add mod">
          <ac:chgData name="새한 김" userId="3f8653d24e571dae" providerId="LiveId" clId="{AF92B0B0-5B66-48A6-9291-22FBDB459E6B}" dt="2026-03-12T08:48:51.789" v="8413"/>
          <ac:picMkLst>
            <pc:docMk/>
            <pc:sldMk cId="0" sldId="291"/>
            <ac:picMk id="51" creationId="{E63129F4-DA7C-7E70-4331-3B3AF80E5043}"/>
          </ac:picMkLst>
        </pc:picChg>
        <pc:picChg chg="add mod">
          <ac:chgData name="새한 김" userId="3f8653d24e571dae" providerId="LiveId" clId="{AF92B0B0-5B66-48A6-9291-22FBDB459E6B}" dt="2026-03-13T12:40:42.002" v="10574" actId="1036"/>
          <ac:picMkLst>
            <pc:docMk/>
            <pc:sldMk cId="0" sldId="291"/>
            <ac:picMk id="2049" creationId="{E0F1875B-070A-4805-7503-22EC9CB439BD}"/>
          </ac:picMkLst>
        </pc:picChg>
        <pc:picChg chg="add mod">
          <ac:chgData name="새한 김" userId="3f8653d24e571dae" providerId="LiveId" clId="{AF92B0B0-5B66-48A6-9291-22FBDB459E6B}" dt="2026-03-13T12:41:15.362" v="10599" actId="1037"/>
          <ac:picMkLst>
            <pc:docMk/>
            <pc:sldMk cId="0" sldId="291"/>
            <ac:picMk id="2052" creationId="{D4E08C10-AA6E-23AF-DCD7-D3E806C330E8}"/>
          </ac:picMkLst>
        </pc:picChg>
        <pc:picChg chg="add mod">
          <ac:chgData name="새한 김" userId="3f8653d24e571dae" providerId="LiveId" clId="{AF92B0B0-5B66-48A6-9291-22FBDB459E6B}" dt="2026-03-13T12:40:42.002" v="10574" actId="1036"/>
          <ac:picMkLst>
            <pc:docMk/>
            <pc:sldMk cId="0" sldId="291"/>
            <ac:picMk id="2053" creationId="{AFDB5E1F-08D2-E4EF-3A81-11DF669FAC3A}"/>
          </ac:picMkLst>
        </pc:picChg>
        <pc:picChg chg="add mod">
          <ac:chgData name="새한 김" userId="3f8653d24e571dae" providerId="LiveId" clId="{AF92B0B0-5B66-48A6-9291-22FBDB459E6B}" dt="2026-03-13T12:39:52.337" v="10531" actId="14100"/>
          <ac:picMkLst>
            <pc:docMk/>
            <pc:sldMk cId="0" sldId="291"/>
            <ac:picMk id="2054" creationId="{102F5C1C-3ED6-AF53-DC20-8FA89A9CFCDB}"/>
          </ac:picMkLst>
        </pc:picChg>
        <pc:picChg chg="add mod">
          <ac:chgData name="새한 김" userId="3f8653d24e571dae" providerId="LiveId" clId="{AF92B0B0-5B66-48A6-9291-22FBDB459E6B}" dt="2026-03-13T12:40:42.002" v="10574" actId="1036"/>
          <ac:picMkLst>
            <pc:docMk/>
            <pc:sldMk cId="0" sldId="291"/>
            <ac:picMk id="2056" creationId="{398FA33E-956A-2B63-FEFB-B299F30CC5B6}"/>
          </ac:picMkLst>
        </pc:picChg>
        <pc:picChg chg="add mod">
          <ac:chgData name="새한 김" userId="3f8653d24e571dae" providerId="LiveId" clId="{AF92B0B0-5B66-48A6-9291-22FBDB459E6B}" dt="2026-03-13T12:41:26.180" v="10600" actId="1076"/>
          <ac:picMkLst>
            <pc:docMk/>
            <pc:sldMk cId="0" sldId="291"/>
            <ac:picMk id="2058" creationId="{CBA944AE-D835-8A07-EC55-6999C29E4051}"/>
          </ac:picMkLst>
        </pc:picChg>
      </pc:sldChg>
      <pc:sldChg chg="addSp delSp modSp add mod ord">
        <pc:chgData name="새한 김" userId="3f8653d24e571dae" providerId="LiveId" clId="{AF92B0B0-5B66-48A6-9291-22FBDB459E6B}" dt="2026-03-14T01:32:25.451" v="13842"/>
        <pc:sldMkLst>
          <pc:docMk/>
          <pc:sldMk cId="1948942920" sldId="292"/>
        </pc:sldMkLst>
        <pc:spChg chg="add mod">
          <ac:chgData name="새한 김" userId="3f8653d24e571dae" providerId="LiveId" clId="{AF92B0B0-5B66-48A6-9291-22FBDB459E6B}" dt="2026-03-14T01:32:21.352" v="13841"/>
          <ac:spMkLst>
            <pc:docMk/>
            <pc:sldMk cId="1948942920" sldId="292"/>
            <ac:spMk id="5" creationId="{5E111505-E5C9-4635-E86D-4857DEC0FBB3}"/>
          </ac:spMkLst>
        </pc:spChg>
        <pc:spChg chg="add mod">
          <ac:chgData name="새한 김" userId="3f8653d24e571dae" providerId="LiveId" clId="{AF92B0B0-5B66-48A6-9291-22FBDB459E6B}" dt="2026-03-14T01:32:25.451" v="13842"/>
          <ac:spMkLst>
            <pc:docMk/>
            <pc:sldMk cId="1948942920" sldId="292"/>
            <ac:spMk id="7" creationId="{CAF01C7B-3E18-339C-6E6A-E349EF7BAE65}"/>
          </ac:spMkLst>
        </pc:spChg>
        <pc:spChg chg="mod">
          <ac:chgData name="새한 김" userId="3f8653d24e571dae" providerId="LiveId" clId="{AF92B0B0-5B66-48A6-9291-22FBDB459E6B}" dt="2026-03-13T12:56:35.305" v="10730" actId="1076"/>
          <ac:spMkLst>
            <pc:docMk/>
            <pc:sldMk cId="1948942920" sldId="292"/>
            <ac:spMk id="11" creationId="{7CF668F7-C517-54CB-C212-34D6F91F8058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12" creationId="{F6B0C171-4823-FC0E-4295-8A8F379DEF1D}"/>
          </ac:spMkLst>
        </pc:spChg>
        <pc:spChg chg="mod ord">
          <ac:chgData name="새한 김" userId="3f8653d24e571dae" providerId="LiveId" clId="{AF92B0B0-5B66-48A6-9291-22FBDB459E6B}" dt="2026-03-13T13:17:20.549" v="11186" actId="1036"/>
          <ac:spMkLst>
            <pc:docMk/>
            <pc:sldMk cId="1948942920" sldId="292"/>
            <ac:spMk id="13" creationId="{68F6CEBA-9C8D-65D0-09BC-873B403C349B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15" creationId="{231823EE-E469-BAB6-4816-EC8D75354926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16" creationId="{3817B062-44A9-236C-36D7-A63E92773A0A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17" creationId="{649EC9F7-BFA7-C845-298E-90D8F1609BCF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18" creationId="{427BFE63-ED3A-9C2E-D604-AFD67A96C940}"/>
          </ac:spMkLst>
        </pc:spChg>
        <pc:spChg chg="mod">
          <ac:chgData name="새한 김" userId="3f8653d24e571dae" providerId="LiveId" clId="{AF92B0B0-5B66-48A6-9291-22FBDB459E6B}" dt="2026-03-13T13:18:56.151" v="11204" actId="20577"/>
          <ac:spMkLst>
            <pc:docMk/>
            <pc:sldMk cId="1948942920" sldId="292"/>
            <ac:spMk id="20" creationId="{AB4E96CB-443C-60C1-DC8A-6753A0123D3C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21" creationId="{8B765F3B-C328-0E35-1B0D-D6D4641F5963}"/>
          </ac:spMkLst>
        </pc:spChg>
        <pc:spChg chg="mod">
          <ac:chgData name="새한 김" userId="3f8653d24e571dae" providerId="LiveId" clId="{AF92B0B0-5B66-48A6-9291-22FBDB459E6B}" dt="2026-03-13T13:00:54.895" v="10955" actId="1076"/>
          <ac:spMkLst>
            <pc:docMk/>
            <pc:sldMk cId="1948942920" sldId="292"/>
            <ac:spMk id="22" creationId="{A0E64201-45F6-F143-2632-AC2230ACD5CC}"/>
          </ac:spMkLst>
        </pc:spChg>
        <pc:spChg chg="mod">
          <ac:chgData name="새한 김" userId="3f8653d24e571dae" providerId="LiveId" clId="{AF92B0B0-5B66-48A6-9291-22FBDB459E6B}" dt="2026-03-13T13:19:13.300" v="11217" actId="20577"/>
          <ac:spMkLst>
            <pc:docMk/>
            <pc:sldMk cId="1948942920" sldId="292"/>
            <ac:spMk id="25" creationId="{A7D13A0C-B5CD-2F43-0175-A087C57136AE}"/>
          </ac:spMkLst>
        </pc:spChg>
        <pc:spChg chg="add mod">
          <ac:chgData name="새한 김" userId="3f8653d24e571dae" providerId="LiveId" clId="{AF92B0B0-5B66-48A6-9291-22FBDB459E6B}" dt="2026-03-13T08:45:54.591" v="10400"/>
          <ac:spMkLst>
            <pc:docMk/>
            <pc:sldMk cId="1948942920" sldId="292"/>
            <ac:spMk id="35" creationId="{94396D56-A417-AC4A-0F8B-6C573F118877}"/>
          </ac:spMkLst>
        </pc:spChg>
        <pc:spChg chg="add mod">
          <ac:chgData name="새한 김" userId="3f8653d24e571dae" providerId="LiveId" clId="{AF92B0B0-5B66-48A6-9291-22FBDB459E6B}" dt="2026-03-13T08:45:54.591" v="10400"/>
          <ac:spMkLst>
            <pc:docMk/>
            <pc:sldMk cId="1948942920" sldId="292"/>
            <ac:spMk id="36" creationId="{3F9263A8-B8FC-A26C-79E0-DBD1050D3835}"/>
          </ac:spMkLst>
        </pc:spChg>
        <pc:spChg chg="add mod">
          <ac:chgData name="새한 김" userId="3f8653d24e571dae" providerId="LiveId" clId="{AF92B0B0-5B66-48A6-9291-22FBDB459E6B}" dt="2026-03-13T12:57:55.394" v="10772" actId="1035"/>
          <ac:spMkLst>
            <pc:docMk/>
            <pc:sldMk cId="1948942920" sldId="292"/>
            <ac:spMk id="37" creationId="{CA565A13-9056-11A1-4DD3-CE3C628432E6}"/>
          </ac:spMkLst>
        </pc:spChg>
        <pc:spChg chg="add mod">
          <ac:chgData name="새한 김" userId="3f8653d24e571dae" providerId="LiveId" clId="{AF92B0B0-5B66-48A6-9291-22FBDB459E6B}" dt="2026-03-13T12:57:55.394" v="10772" actId="1035"/>
          <ac:spMkLst>
            <pc:docMk/>
            <pc:sldMk cId="1948942920" sldId="292"/>
            <ac:spMk id="38" creationId="{7D8A674A-59FB-D59C-AC54-7CAE7C94153C}"/>
          </ac:spMkLst>
        </pc:spChg>
        <pc:spChg chg="add mod">
          <ac:chgData name="새한 김" userId="3f8653d24e571dae" providerId="LiveId" clId="{AF92B0B0-5B66-48A6-9291-22FBDB459E6B}" dt="2026-03-13T08:46:06.665" v="10402"/>
          <ac:spMkLst>
            <pc:docMk/>
            <pc:sldMk cId="1948942920" sldId="292"/>
            <ac:spMk id="39" creationId="{89374D35-EB19-CEF6-838B-DEDE356A225A}"/>
          </ac:spMkLst>
        </pc:spChg>
        <pc:spChg chg="add mod">
          <ac:chgData name="새한 김" userId="3f8653d24e571dae" providerId="LiveId" clId="{AF92B0B0-5B66-48A6-9291-22FBDB459E6B}" dt="2026-03-13T13:15:48.313" v="11163" actId="1076"/>
          <ac:spMkLst>
            <pc:docMk/>
            <pc:sldMk cId="1948942920" sldId="292"/>
            <ac:spMk id="50" creationId="{A35AC416-5782-57B2-ED1F-FAD2469B12FE}"/>
          </ac:spMkLst>
        </pc:spChg>
        <pc:graphicFrameChg chg="add mod modGraphic">
          <ac:chgData name="새한 김" userId="3f8653d24e571dae" providerId="LiveId" clId="{AF92B0B0-5B66-48A6-9291-22FBDB459E6B}" dt="2026-03-13T13:17:48.451" v="11189" actId="14734"/>
          <ac:graphicFrameMkLst>
            <pc:docMk/>
            <pc:sldMk cId="1948942920" sldId="292"/>
            <ac:graphicFrameMk id="4" creationId="{D72B52DA-4D74-BC8C-0036-BD86D5CDD929}"/>
          </ac:graphicFrameMkLst>
        </pc:graphicFrameChg>
        <pc:picChg chg="mod">
          <ac:chgData name="새한 김" userId="3f8653d24e571dae" providerId="LiveId" clId="{AF92B0B0-5B66-48A6-9291-22FBDB459E6B}" dt="2026-03-13T12:56:35.305" v="10730" actId="1076"/>
          <ac:picMkLst>
            <pc:docMk/>
            <pc:sldMk cId="1948942920" sldId="292"/>
            <ac:picMk id="14" creationId="{FCBB7991-211A-4FAB-B788-8C5B23117945}"/>
          </ac:picMkLst>
        </pc:picChg>
        <pc:picChg chg="mod">
          <ac:chgData name="새한 김" userId="3f8653d24e571dae" providerId="LiveId" clId="{AF92B0B0-5B66-48A6-9291-22FBDB459E6B}" dt="2026-03-13T13:53:34.625" v="12350" actId="14100"/>
          <ac:picMkLst>
            <pc:docMk/>
            <pc:sldMk cId="1948942920" sldId="292"/>
            <ac:picMk id="29" creationId="{00F7F42F-7DFD-7C58-78C9-3EB6B195EA19}"/>
          </ac:picMkLst>
        </pc:picChg>
        <pc:picChg chg="add mod">
          <ac:chgData name="새한 김" userId="3f8653d24e571dae" providerId="LiveId" clId="{AF92B0B0-5B66-48A6-9291-22FBDB459E6B}" dt="2026-03-13T13:17:20.549" v="11186" actId="1036"/>
          <ac:picMkLst>
            <pc:docMk/>
            <pc:sldMk cId="1948942920" sldId="292"/>
            <ac:picMk id="41" creationId="{AA108395-65CC-B99B-71E5-C29F4961324C}"/>
          </ac:picMkLst>
        </pc:picChg>
        <pc:picChg chg="add mod">
          <ac:chgData name="새한 김" userId="3f8653d24e571dae" providerId="LiveId" clId="{AF92B0B0-5B66-48A6-9291-22FBDB459E6B}" dt="2026-03-13T13:17:20.549" v="11186" actId="1036"/>
          <ac:picMkLst>
            <pc:docMk/>
            <pc:sldMk cId="1948942920" sldId="292"/>
            <ac:picMk id="48" creationId="{F37FF729-4135-9CD1-2728-BFC22F058E0F}"/>
          </ac:picMkLst>
        </pc:picChg>
        <pc:picChg chg="add mod">
          <ac:chgData name="새한 김" userId="3f8653d24e571dae" providerId="LiveId" clId="{AF92B0B0-5B66-48A6-9291-22FBDB459E6B}" dt="2026-03-13T13:53:42.193" v="12368" actId="1035"/>
          <ac:picMkLst>
            <pc:docMk/>
            <pc:sldMk cId="1948942920" sldId="292"/>
            <ac:picMk id="1026" creationId="{87E68440-F3DF-0A7B-9C7F-6936713C412A}"/>
          </ac:picMkLst>
        </pc:picChg>
        <pc:picChg chg="add mod">
          <ac:chgData name="새한 김" userId="3f8653d24e571dae" providerId="LiveId" clId="{AF92B0B0-5B66-48A6-9291-22FBDB459E6B}" dt="2026-03-13T13:53:57.013" v="12374" actId="1036"/>
          <ac:picMkLst>
            <pc:docMk/>
            <pc:sldMk cId="1948942920" sldId="292"/>
            <ac:picMk id="1028" creationId="{85F2981F-D329-407A-C67A-04A124F29B57}"/>
          </ac:picMkLst>
        </pc:picChg>
      </pc:sldChg>
      <pc:sldChg chg="delSp modSp add mod">
        <pc:chgData name="새한 김" userId="3f8653d24e571dae" providerId="LiveId" clId="{AF92B0B0-5B66-48A6-9291-22FBDB459E6B}" dt="2026-03-16T01:05:03.223" v="14758" actId="14100"/>
        <pc:sldMkLst>
          <pc:docMk/>
          <pc:sldMk cId="3488280676" sldId="293"/>
        </pc:sldMkLst>
        <pc:spChg chg="del">
          <ac:chgData name="새한 김" userId="3f8653d24e571dae" providerId="LiveId" clId="{AF92B0B0-5B66-48A6-9291-22FBDB459E6B}" dt="2026-03-16T00:44:58.765" v="14752" actId="478"/>
          <ac:spMkLst>
            <pc:docMk/>
            <pc:sldMk cId="3488280676" sldId="293"/>
            <ac:spMk id="7" creationId="{E41159D0-5751-2BE0-3586-F6887083CAAC}"/>
          </ac:spMkLst>
        </pc:spChg>
        <pc:spChg chg="del">
          <ac:chgData name="새한 김" userId="3f8653d24e571dae" providerId="LiveId" clId="{AF92B0B0-5B66-48A6-9291-22FBDB459E6B}" dt="2026-03-16T00:44:57.507" v="14751" actId="478"/>
          <ac:spMkLst>
            <pc:docMk/>
            <pc:sldMk cId="3488280676" sldId="293"/>
            <ac:spMk id="8" creationId="{FF9D4D66-9DB9-D8AA-8AFC-831C7ADF088A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13" creationId="{3C05F1DA-E098-0437-BBD3-C2FD75D42B6F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15" creationId="{76479FEA-E9CC-4A56-2FB2-77A12AAAF411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16" creationId="{6EA3D6E3-7F37-30CF-A062-B4DCAFF3EEEB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17" creationId="{E62F75E4-5420-CB3E-D4BA-3874E964C35F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19" creationId="{D640AADB-E652-1A77-7A26-1EFCD6286150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20" creationId="{D31C0783-B97A-5578-B6AC-8EA9B26A3E6C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26" creationId="{C41E40DE-C85E-F37C-65D5-A50B0892988F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34" creationId="{9237D8CB-ED06-A523-8D6F-F208642DB748}"/>
          </ac:spMkLst>
        </pc:spChg>
        <pc:spChg chg="mod">
          <ac:chgData name="새한 김" userId="3f8653d24e571dae" providerId="LiveId" clId="{AF92B0B0-5B66-48A6-9291-22FBDB459E6B}" dt="2026-03-16T01:04:56.713" v="14755" actId="14100"/>
          <ac:spMkLst>
            <pc:docMk/>
            <pc:sldMk cId="3488280676" sldId="293"/>
            <ac:spMk id="36" creationId="{E542CAB3-1EFC-7AF2-7DFE-E11883312D74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38" creationId="{5D4C2017-F28B-7457-427F-ADCAF95E7DAB}"/>
          </ac:spMkLst>
        </pc:spChg>
        <pc:spChg chg="del">
          <ac:chgData name="새한 김" userId="3f8653d24e571dae" providerId="LiveId" clId="{AF92B0B0-5B66-48A6-9291-22FBDB459E6B}" dt="2026-03-16T00:45:10.555" v="14753" actId="478"/>
          <ac:spMkLst>
            <pc:docMk/>
            <pc:sldMk cId="3488280676" sldId="293"/>
            <ac:spMk id="39" creationId="{018C4314-5B78-5551-897E-8C32977C3E96}"/>
          </ac:spMkLst>
        </pc:spChg>
        <pc:spChg chg="mod">
          <ac:chgData name="새한 김" userId="3f8653d24e571dae" providerId="LiveId" clId="{AF92B0B0-5B66-48A6-9291-22FBDB459E6B}" dt="2026-03-16T00:44:54.985" v="14750" actId="14100"/>
          <ac:spMkLst>
            <pc:docMk/>
            <pc:sldMk cId="3488280676" sldId="293"/>
            <ac:spMk id="51" creationId="{7BF908E9-BBE4-1DCE-8A14-B38EF814E527}"/>
          </ac:spMkLst>
        </pc:spChg>
        <pc:grpChg chg="del">
          <ac:chgData name="새한 김" userId="3f8653d24e571dae" providerId="LiveId" clId="{AF92B0B0-5B66-48A6-9291-22FBDB459E6B}" dt="2026-03-16T01:04:51.749" v="14754" actId="478"/>
          <ac:grpSpMkLst>
            <pc:docMk/>
            <pc:sldMk cId="3488280676" sldId="293"/>
            <ac:grpSpMk id="45" creationId="{EFEE50D9-D853-9318-B55A-308717D3CD21}"/>
          </ac:grpSpMkLst>
        </pc:grpChg>
        <pc:picChg chg="mod">
          <ac:chgData name="새한 김" userId="3f8653d24e571dae" providerId="LiveId" clId="{AF92B0B0-5B66-48A6-9291-22FBDB459E6B}" dt="2026-03-16T01:05:03.223" v="14758" actId="14100"/>
          <ac:picMkLst>
            <pc:docMk/>
            <pc:sldMk cId="3488280676" sldId="293"/>
            <ac:picMk id="35" creationId="{A5921508-0052-79D3-E148-93B2FA13B5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7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5460-B8C6-DA63-38A4-84E22C5F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64E15-82C7-D306-535C-3CC6C0F74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C9C11-13A2-774C-BD4E-C99186BBF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D81FE-8778-EB24-4A68-77DEAF54F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42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86B6-A2A5-89D6-A0D9-C1517A7F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9BA83-AFF1-16CF-692A-56D76E560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5CEBE-3A39-43E5-E7B9-C29784A79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9F39-95C2-7CC9-9DA8-EF91FB94E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96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3196-B0D6-A72C-D560-DD1CCC20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C43CA-3BE9-1DA7-068B-8A2E6CFA1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E0359-B7DE-7F74-613B-146EEE54F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7780-72A2-CCDE-03B4-FC5239AA7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4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A4B3-85BD-665D-C025-D0AC04C1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E1FB6-9B68-7247-1E5B-96DA698ED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DA25C-1D17-48B9-B9D8-FA20D5298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BF655-43B0-0717-E592-5BD1F3426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83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EF7C-FBCD-A73D-6E98-705A117E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25EF5-12F0-D60B-A2BA-744211993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0AA2F-13D1-B983-1B0F-4F4B7BBE6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2F735-34AB-AF47-21C9-D8CC2C312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1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1A4C-E0A9-AF79-4A04-BE164A30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16BC6-403F-11AE-98E2-02E24FE97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16D71-6735-2C46-2310-F4217C9E2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7F674-35B7-6A19-8DB4-245F29735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941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jpe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9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59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jpe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58.png"/><Relationship Id="rId10" Type="http://schemas.openxmlformats.org/officeDocument/2006/relationships/image" Target="../media/image38.png"/><Relationship Id="rId4" Type="http://schemas.openxmlformats.org/officeDocument/2006/relationships/image" Target="../media/image57.png"/><Relationship Id="rId9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image" Target="../media/image3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1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11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12.png"/><Relationship Id="rId3" Type="http://schemas.openxmlformats.org/officeDocument/2006/relationships/image" Target="../media/image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54.png"/><Relationship Id="rId9" Type="http://schemas.openxmlformats.org/officeDocument/2006/relationships/image" Target="../media/image117.png"/><Relationship Id="rId1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714500" cy="6858000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676095" y="381305"/>
            <a:ext cx="38405" cy="571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286207" y="6362395"/>
            <a:ext cx="381305" cy="192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286207" y="6458407"/>
            <a:ext cx="381305" cy="192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2476195" y="857707"/>
            <a:ext cx="761695" cy="57607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2476195" y="1200607"/>
            <a:ext cx="912571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다변량 센서 데이터를 활용한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항공기 엔진 수명 예측 </a:t>
            </a:r>
            <a:endParaRPr lang="en-US" sz="4500" dirty="0"/>
          </a:p>
        </p:txBody>
      </p:sp>
      <p:sp>
        <p:nvSpPr>
          <p:cNvPr id="10" name="Text 3"/>
          <p:cNvSpPr txBox="1"/>
          <p:nvPr/>
        </p:nvSpPr>
        <p:spPr>
          <a:xfrm>
            <a:off x="2476195" y="2915107"/>
            <a:ext cx="9144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예측 및 비용 최적 유지보수 의사결정</a:t>
            </a:r>
            <a:endParaRPr lang="en-US" sz="1800" dirty="0"/>
          </a:p>
        </p:txBody>
      </p:sp>
      <p:sp>
        <p:nvSpPr>
          <p:cNvPr id="11" name="Shape 4"/>
          <p:cNvSpPr/>
          <p:nvPr/>
        </p:nvSpPr>
        <p:spPr>
          <a:xfrm>
            <a:off x="2476195" y="3743554"/>
            <a:ext cx="8953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2476195" y="4058107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2476195" y="4286707"/>
            <a:ext cx="553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김새한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2476195" y="4617872"/>
            <a:ext cx="8030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E-MAIL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2476195" y="4846472"/>
            <a:ext cx="8030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togks7@naver.com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2476195" y="5785306"/>
            <a:ext cx="9068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2476195" y="6013906"/>
            <a:ext cx="9068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Degradation Simulation Data Set (FD001)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2476195" y="5188254"/>
            <a:ext cx="9068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2476195" y="5416854"/>
            <a:ext cx="9068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noFill/>
          <a:ln w="508000">
            <a:solidFill>
              <a:srgbClr val="1B3A6D">
                <a:alpha val="3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5983835" y="1262786"/>
            <a:ext cx="9144" cy="4190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695" y="1104595"/>
            <a:ext cx="571500" cy="384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1695" y="495605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828447" y="2701137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8447" y="2072030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47496" y="2072030"/>
            <a:ext cx="440375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 및 주제선정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8447" y="3577132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8447" y="2948025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47496" y="2948025"/>
            <a:ext cx="43562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소개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8447" y="4454042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8447" y="3824935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447496" y="3824935"/>
            <a:ext cx="4336999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(탐색적 데이터 분석)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28447" y="4700930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1447496" y="4700930"/>
            <a:ext cx="428945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315151" y="2701137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15151" y="2072030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934199" y="2072030"/>
            <a:ext cx="4336999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Prediction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315151" y="2948025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934199" y="2948025"/>
            <a:ext cx="4336999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Failure Probability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269128" y="3644798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69128" y="4476902"/>
            <a:ext cx="50484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269128" y="3847795"/>
            <a:ext cx="4389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6888176" y="3847795"/>
            <a:ext cx="4336999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Policy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6269128" y="4723790"/>
            <a:ext cx="4389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</a:rPr>
              <a:t>08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6888176" y="4723790"/>
            <a:ext cx="43562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38693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485132" y="3710635"/>
            <a:ext cx="32296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항공기 엔진 예지보전의 필요성과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접근 방법 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184434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2446020" y="2415845"/>
            <a:ext cx="73014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 및 주제선정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" y="15088"/>
            <a:ext cx="12191695" cy="62956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71500" y="1333196"/>
            <a:ext cx="5333695" cy="463943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" y="1772107"/>
            <a:ext cx="666598" cy="6665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095451" y="1971446"/>
            <a:ext cx="304495" cy="26700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14400" y="3219602"/>
            <a:ext cx="46478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914400" y="2676449"/>
            <a:ext cx="4748479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2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연구 배경 </a:t>
            </a:r>
            <a:endParaRPr lang="en-US" sz="2100" dirty="0"/>
          </a:p>
        </p:txBody>
      </p:sp>
      <p:sp>
        <p:nvSpPr>
          <p:cNvPr id="10" name="Text 4"/>
          <p:cNvSpPr txBox="1"/>
          <p:nvPr/>
        </p:nvSpPr>
        <p:spPr>
          <a:xfrm>
            <a:off x="1249942" y="3420343"/>
            <a:ext cx="4044677" cy="16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항공기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저하되어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운용정지비용이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발생하며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정비비용이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크다．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항공·방산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활용하여 장비 상태를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예측하는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7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예지정비(Predictive Maintenance)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sz="120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잔여수명</a:t>
            </a: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(RUL)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위한 핵심 기술이다. 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914400" y="5284578"/>
            <a:ext cx="1019556" cy="333756"/>
          </a:xfrm>
          <a:prstGeom prst="roundRect">
            <a:avLst>
              <a:gd name="adj" fmla="val 2739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886054" y="5284578"/>
            <a:ext cx="1077163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#고비용_정비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2023567" y="5284578"/>
            <a:ext cx="1266444" cy="333756"/>
          </a:xfrm>
          <a:prstGeom prst="roundRect">
            <a:avLst>
              <a:gd name="adj" fmla="val 2739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995221" y="5284578"/>
            <a:ext cx="13240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#다운타임_최소화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3377794" y="5284578"/>
            <a:ext cx="1019556" cy="333756"/>
          </a:xfrm>
          <a:prstGeom prst="roundRect">
            <a:avLst>
              <a:gd name="adj" fmla="val 2739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349447" y="5284578"/>
            <a:ext cx="1077163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#운영_안전성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6286500" y="1333195"/>
            <a:ext cx="5333695" cy="463943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9400" y="1772107"/>
            <a:ext cx="666598" cy="666598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62572" y="1971446"/>
            <a:ext cx="200254" cy="267005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6629400" y="3219602"/>
            <a:ext cx="46478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6629400" y="2676449"/>
            <a:ext cx="4748479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r>
              <a:rPr lang="en-US" sz="2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주제 선정 </a:t>
            </a:r>
            <a:endParaRPr lang="en-US" sz="2100" dirty="0"/>
          </a:p>
        </p:txBody>
      </p:sp>
      <p:sp>
        <p:nvSpPr>
          <p:cNvPr id="22" name="Text 13"/>
          <p:cNvSpPr txBox="1"/>
          <p:nvPr/>
        </p:nvSpPr>
        <p:spPr>
          <a:xfrm>
            <a:off x="7124536" y="3286353"/>
            <a:ext cx="3695350" cy="1628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잔여수명</a:t>
            </a: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구축하고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데이터기반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algn="just"/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예지정비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유지보수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분석한다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just">
              <a:buNone/>
            </a:pP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just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잔여수명예측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통해 </a:t>
            </a: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정비 </a:t>
            </a:r>
            <a:r>
              <a:rPr lang="en-US" sz="1200" b="1" dirty="0" err="1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결정하는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just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체계를 수립한다. 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6807707" y="5284578"/>
            <a:ext cx="1266444" cy="333756"/>
          </a:xfrm>
          <a:prstGeom prst="roundRect">
            <a:avLst>
              <a:gd name="adj" fmla="val 2739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779361" y="5284578"/>
            <a:ext cx="13240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#머신러닝_모델링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8161933" y="5284578"/>
            <a:ext cx="1580998" cy="333756"/>
          </a:xfrm>
          <a:prstGeom prst="roundRect">
            <a:avLst>
              <a:gd name="adj" fmla="val 2739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8130844" y="5284578"/>
            <a:ext cx="1645006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#데이터_기반_의사결정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9837114" y="5284578"/>
            <a:ext cx="1019556" cy="333756"/>
          </a:xfrm>
          <a:prstGeom prst="roundRect">
            <a:avLst>
              <a:gd name="adj" fmla="val 2739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9808768" y="5284578"/>
            <a:ext cx="1077163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#비용_최적화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0098" y="3814877"/>
            <a:ext cx="571500" cy="571500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5995721" y="3991311"/>
            <a:ext cx="200254" cy="22860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571500" y="247802"/>
            <a:ext cx="4143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연구 배경 및 주제선정</a:t>
            </a:r>
            <a:endParaRPr lang="en-US" sz="24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9061704" y="400507"/>
            <a:ext cx="190195" cy="15270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346997" y="362102"/>
            <a:ext cx="27093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Maintenance Project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305" y="6371997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4"/>
          <p:cNvSpPr/>
          <p:nvPr/>
        </p:nvSpPr>
        <p:spPr>
          <a:xfrm>
            <a:off x="-306" y="629413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39" name="그래픽 38" descr="비행기 단색으로 채워진">
            <a:extLst>
              <a:ext uri="{FF2B5EF4-FFF2-40B4-BE49-F238E27FC236}">
                <a16:creationId xmlns:a16="http://schemas.microsoft.com/office/drawing/2014/main" id="{C9E26B9B-A260-93FA-E85E-5DD52249A4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104" y="3652912"/>
            <a:ext cx="217406" cy="217406"/>
          </a:xfrm>
          <a:prstGeom prst="rect">
            <a:avLst/>
          </a:prstGeom>
        </p:spPr>
      </p:pic>
      <p:pic>
        <p:nvPicPr>
          <p:cNvPr id="40" name="그래픽 39" descr="비행기 단색으로 채워진">
            <a:extLst>
              <a:ext uri="{FF2B5EF4-FFF2-40B4-BE49-F238E27FC236}">
                <a16:creationId xmlns:a16="http://schemas.microsoft.com/office/drawing/2014/main" id="{4AB13545-DEBC-52E1-DFB8-5D552FE952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6294" y="4359990"/>
            <a:ext cx="217406" cy="217406"/>
          </a:xfrm>
          <a:prstGeom prst="rect">
            <a:avLst/>
          </a:prstGeom>
        </p:spPr>
      </p:pic>
      <p:pic>
        <p:nvPicPr>
          <p:cNvPr id="42" name="그래픽 41" descr="대상 단색으로 채워진">
            <a:extLst>
              <a:ext uri="{FF2B5EF4-FFF2-40B4-BE49-F238E27FC236}">
                <a16:creationId xmlns:a16="http://schemas.microsoft.com/office/drawing/2014/main" id="{3E4C63DC-4ABF-D6E5-90C8-9FB35DC4A1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9241" y="3703148"/>
            <a:ext cx="223458" cy="223458"/>
          </a:xfrm>
          <a:prstGeom prst="rect">
            <a:avLst/>
          </a:prstGeom>
        </p:spPr>
      </p:pic>
      <p:pic>
        <p:nvPicPr>
          <p:cNvPr id="43" name="그래픽 42" descr="대상 단색으로 채워진">
            <a:extLst>
              <a:ext uri="{FF2B5EF4-FFF2-40B4-BE49-F238E27FC236}">
                <a16:creationId xmlns:a16="http://schemas.microsoft.com/office/drawing/2014/main" id="{22AA501E-E45A-1F51-8D2A-4D79E3ACAD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9241" y="4232012"/>
            <a:ext cx="223458" cy="223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38693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368089" y="3710635"/>
            <a:ext cx="34582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NASA CMAPSS FD001 데이터셋 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변수 정의 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184434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4113886" y="2415845"/>
            <a:ext cx="3968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소개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350"/>
            <a:ext cx="12191695" cy="6813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234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데이터 소개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327234" y="400507"/>
            <a:ext cx="133502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55834" y="362102"/>
            <a:ext cx="1231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561795"/>
            <a:ext cx="11048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3407" y="1238098"/>
            <a:ext cx="10992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38505" y="1867205"/>
            <a:ext cx="4819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데이터셋 구성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914754"/>
            <a:ext cx="190195" cy="190195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26960"/>
              </p:ext>
            </p:extLst>
          </p:nvPr>
        </p:nvGraphicFramePr>
        <p:xfrm>
          <a:off x="571500" y="2247595"/>
          <a:ext cx="4882896" cy="2169572"/>
        </p:xfrm>
        <a:graphic>
          <a:graphicData uri="http://schemas.openxmlformats.org/drawingml/2006/table">
            <a:tbl>
              <a:tblPr/>
              <a:tblGrid>
                <a:gridCol w="22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A6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3A6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엔진 개수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설정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 (setting1~3)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센서 개수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21개 (sensor1~21)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데이터 포인트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23,010개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825703" y="4594453"/>
            <a:ext cx="47439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타겟 레이블 (Target Label)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4629455"/>
            <a:ext cx="190195" cy="19019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t="-35" b="-35"/>
          <a:stretch/>
        </p:blipFill>
        <p:spPr>
          <a:xfrm>
            <a:off x="571500" y="4962296"/>
            <a:ext cx="4892040" cy="556311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00100" y="5010607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엔진의 고장 직전까지의 주기(cycle)로부터 계산한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</a:t>
            </a:r>
            <a:endParaRPr lang="en-US" sz="12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18D24CF-BECF-F9B8-A73A-2D0BCC76AD9F}"/>
              </a:ext>
            </a:extLst>
          </p:cNvPr>
          <p:cNvGrpSpPr/>
          <p:nvPr/>
        </p:nvGrpSpPr>
        <p:grpSpPr>
          <a:xfrm>
            <a:off x="515156" y="5625643"/>
            <a:ext cx="4895698" cy="635306"/>
            <a:chOff x="571500" y="6305702"/>
            <a:chExt cx="4895698" cy="659181"/>
          </a:xfrm>
        </p:grpSpPr>
        <p:sp>
          <p:nvSpPr>
            <p:cNvPr id="18" name="Shape 9"/>
            <p:cNvSpPr/>
            <p:nvPr/>
          </p:nvSpPr>
          <p:spPr>
            <a:xfrm>
              <a:off x="571500" y="6305702"/>
              <a:ext cx="4895698" cy="647395"/>
            </a:xfrm>
            <a:prstGeom prst="roundRect">
              <a:avLst>
                <a:gd name="adj" fmla="val 33234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</p:sp>
        <p:pic>
          <p:nvPicPr>
            <p:cNvPr id="19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71754" y="6562649"/>
              <a:ext cx="133502" cy="133502"/>
            </a:xfrm>
            <a:prstGeom prst="rect">
              <a:avLst/>
            </a:prstGeom>
          </p:spPr>
        </p:pic>
        <p:sp>
          <p:nvSpPr>
            <p:cNvPr id="20" name="Text 10"/>
            <p:cNvSpPr txBox="1"/>
            <p:nvPr/>
          </p:nvSpPr>
          <p:spPr>
            <a:xfrm>
              <a:off x="1010412" y="6316573"/>
              <a:ext cx="4343400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출처:</a:t>
              </a:r>
              <a:r>
                <a:rPr lang="en-US" sz="1000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NASA Turbofan Engine Degradation Simulation Data Set</a:t>
              </a:r>
              <a:endParaRPr lang="en-US" sz="1000" dirty="0"/>
            </a:p>
          </p:txBody>
        </p:sp>
      </p:grpSp>
      <p:sp>
        <p:nvSpPr>
          <p:cNvPr id="21" name="Text 11"/>
          <p:cNvSpPr txBox="1"/>
          <p:nvPr/>
        </p:nvSpPr>
        <p:spPr>
          <a:xfrm>
            <a:off x="6064301" y="1867205"/>
            <a:ext cx="57534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전처리 및 피처 엔지니어링 개요</a:t>
            </a:r>
            <a:endParaRPr lang="en-US" sz="15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49747" y="1914754"/>
            <a:ext cx="237744" cy="190195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5749747" y="2269490"/>
            <a:ext cx="5876849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6245352" y="2367381"/>
            <a:ext cx="49750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</a:t>
            </a:r>
            <a:r>
              <a:rPr lang="en-US" sz="11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엔진별 최대 사이클에서 현재 사이클을 뺀 값 (Label Generation)</a:t>
            </a:r>
            <a:endParaRPr lang="en-US" sz="1100" dirty="0"/>
          </a:p>
        </p:txBody>
      </p:sp>
      <p:sp>
        <p:nvSpPr>
          <p:cNvPr id="25" name="Shape 14"/>
          <p:cNvSpPr/>
          <p:nvPr/>
        </p:nvSpPr>
        <p:spPr>
          <a:xfrm>
            <a:off x="5749747" y="3091129"/>
            <a:ext cx="5876849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6245352" y="3208985"/>
            <a:ext cx="431048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(MA)  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노이즈 제거 및 추세 포착 (window=5)</a:t>
            </a:r>
            <a:endParaRPr lang="en-US" sz="1100" dirty="0"/>
          </a:p>
        </p:txBody>
      </p:sp>
      <p:sp>
        <p:nvSpPr>
          <p:cNvPr id="27" name="Shape 16"/>
          <p:cNvSpPr/>
          <p:nvPr/>
        </p:nvSpPr>
        <p:spPr>
          <a:xfrm>
            <a:off x="5749747" y="3913683"/>
            <a:ext cx="5876849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6245352" y="4018839"/>
            <a:ext cx="33177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</a:t>
            </a: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</a:t>
            </a: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변동성 측정으로 이상 패턴 감지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5749747" y="4736236"/>
            <a:ext cx="5876849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6245352" y="4841392"/>
            <a:ext cx="32161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 </a:t>
            </a:r>
            <a:r>
              <a:rPr lang="en-US" sz="11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시점 데이터로 시간적 의존성 반영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5749747" y="5577840"/>
            <a:ext cx="5876849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6245352" y="5688431"/>
            <a:ext cx="38320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Difference </a:t>
            </a:r>
            <a:r>
              <a:rPr lang="en-US" sz="11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11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변화율 계산으로 급격한 열화 포착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305" y="637524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5"/>
          <p:cNvSpPr/>
          <p:nvPr/>
        </p:nvSpPr>
        <p:spPr>
          <a:xfrm>
            <a:off x="305" y="637524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93FC5BE-E506-AA85-D47D-44CFE18321C3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789E39E8-E167-9CED-8F8E-9CFE46119560}"/>
              </a:ext>
            </a:extLst>
          </p:cNvPr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CMAPSS FD001 </a:t>
            </a:r>
            <a:r>
              <a:rPr lang="en-US" altLang="ko-KR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</a:t>
            </a:r>
            <a:r>
              <a:rPr lang="en-US" altLang="ko-KR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r>
              <a:rPr lang="en-US" altLang="ko-KR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altLang="ko-KR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</a:t>
            </a:r>
            <a:endParaRPr lang="en-US" altLang="ko-KR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514350" y="1516075"/>
            <a:ext cx="3492094" cy="43022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3494" y="1563623"/>
            <a:ext cx="3476549" cy="2000707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5"/>
          <p:cNvSpPr/>
          <p:nvPr/>
        </p:nvSpPr>
        <p:spPr>
          <a:xfrm>
            <a:off x="523494" y="3555187"/>
            <a:ext cx="3476549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27098" y="1801367"/>
            <a:ext cx="666598" cy="66659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27352" y="2001621"/>
            <a:ext cx="267005" cy="2670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737817" y="2582265"/>
            <a:ext cx="1047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(Sensor Data)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415948" y="3097072"/>
            <a:ext cx="1695298" cy="276149"/>
          </a:xfrm>
          <a:prstGeom prst="roundRect">
            <a:avLst>
              <a:gd name="adj" fmla="val 331126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382116" y="3097072"/>
            <a:ext cx="176387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건강 상태의 간접 신호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955295" y="3900576"/>
            <a:ext cx="2613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21개 </a:t>
            </a: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(sensor1~21)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엔진의 물리적 상태를 실시간 모니터링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955295" y="4683758"/>
            <a:ext cx="2797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측정 </a:t>
            </a: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</a:p>
          <a:p>
            <a:pPr marL="0" indent="0" algn="l">
              <a:buNone/>
            </a:pPr>
            <a:r>
              <a:rPr lang="en-US" sz="500" dirty="0"/>
              <a:t>  </a:t>
            </a:r>
          </a:p>
          <a:p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회전속도,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냉각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압력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6" b="-6"/>
          <a:stretch/>
        </p:blipFill>
        <p:spPr>
          <a:xfrm>
            <a:off x="4292651" y="1516075"/>
            <a:ext cx="3492094" cy="430225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301795" y="1563623"/>
            <a:ext cx="3476549" cy="2000707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Shape 12"/>
          <p:cNvSpPr/>
          <p:nvPr/>
        </p:nvSpPr>
        <p:spPr>
          <a:xfrm>
            <a:off x="4301795" y="3555187"/>
            <a:ext cx="3476549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05399" y="1801367"/>
            <a:ext cx="666598" cy="666598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05652" y="2001621"/>
            <a:ext cx="267005" cy="2670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85028" y="2582265"/>
            <a:ext cx="1114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 모드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(Failure Mode)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5212537" y="3097072"/>
            <a:ext cx="1657807" cy="276149"/>
          </a:xfrm>
          <a:prstGeom prst="roundRect">
            <a:avLst>
              <a:gd name="adj" fmla="val 331126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5179619" y="3097072"/>
            <a:ext cx="172364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고장 모드 시뮬레이션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4785004" y="3754526"/>
            <a:ext cx="3172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Pressure Compressor (HPC)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저하가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원인으로 설정됨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4829454" y="4356201"/>
            <a:ext cx="3286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모니터링 센서: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4981245" y="4646980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T30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HPC 출구 온도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4981245" y="497067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P30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HPC 출구 압력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4981245" y="5294375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Nc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코어 회전 속도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8070952" y="1516075"/>
            <a:ext cx="3492094" cy="430225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080096" y="1563623"/>
            <a:ext cx="3476549" cy="2000707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2" name="Shape 22"/>
          <p:cNvSpPr/>
          <p:nvPr/>
        </p:nvSpPr>
        <p:spPr>
          <a:xfrm>
            <a:off x="8080096" y="3555187"/>
            <a:ext cx="3476549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83700" y="1801367"/>
            <a:ext cx="666598" cy="666598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16872" y="2001621"/>
            <a:ext cx="200254" cy="2670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932316" y="2582265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(Remaining Useful Life)</a:t>
            </a:r>
            <a:endParaRPr lang="en-US" sz="1500" dirty="0"/>
          </a:p>
        </p:txBody>
      </p:sp>
      <p:sp>
        <p:nvSpPr>
          <p:cNvPr id="36" name="Shape 24"/>
          <p:cNvSpPr/>
          <p:nvPr/>
        </p:nvSpPr>
        <p:spPr>
          <a:xfrm>
            <a:off x="9131656" y="3097072"/>
            <a:ext cx="1371600" cy="276149"/>
          </a:xfrm>
          <a:prstGeom prst="roundRect">
            <a:avLst>
              <a:gd name="adj" fmla="val 33112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9103309" y="3097072"/>
            <a:ext cx="14292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변수 - 잔여 수명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8564271" y="3754526"/>
            <a:ext cx="3172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시점부터 엔진이 고장(Failure)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 사이클(Cycle) 수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571500" y="247802"/>
            <a:ext cx="6356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데이터 소개 - 주요 변수 및 개념정의</a:t>
            </a:r>
            <a:endParaRPr lang="en-US" sz="2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82FF872-2D02-A973-8707-16D032CDA70E}"/>
              </a:ext>
            </a:extLst>
          </p:cNvPr>
          <p:cNvSpPr/>
          <p:nvPr/>
        </p:nvSpPr>
        <p:spPr>
          <a:xfrm>
            <a:off x="8274659" y="4579620"/>
            <a:ext cx="3114345" cy="947318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Shape 30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1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8359598" y="491987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RUL = max cycle – current cycle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38693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178808" y="3710635"/>
            <a:ext cx="38386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탐색적 데이터 분석을 통한 센서 패턴 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관계 파악 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184434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5497373" y="2415845"/>
            <a:ext cx="12042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5443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수명 분포 (Max Cycle)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71500" y="1828800"/>
            <a:ext cx="5820156" cy="4000500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523951" y="5905195"/>
            <a:ext cx="5915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NASA FD001 엔진별 최대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862572" y="2257654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86930" y="2381098"/>
            <a:ext cx="171907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53274" y="225765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수명 (Mean Life)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453274" y="2562149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100개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206.3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중앙값은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002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199.0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862572" y="3468844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6930" y="3592288"/>
            <a:ext cx="171907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53274" y="346884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 범위 (Life Range)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453274" y="3893085"/>
            <a:ext cx="4248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수명은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128 cycles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362 cycles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고장과 장기 수명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혼재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862572" y="4798861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86930" y="4923219"/>
            <a:ext cx="171907" cy="17190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53274" y="4798861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특성 (Standard Deviation)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453274" y="5131486"/>
            <a:ext cx="4395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46.34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특성 반영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CBBD83-48E1-3940-FC67-1DCAEC5AA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68" y="2133014"/>
            <a:ext cx="5357388" cy="358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49349" y="1603231"/>
            <a:ext cx="9680195" cy="2848119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37" r="37"/>
          <a:stretch/>
        </p:blipFill>
        <p:spPr>
          <a:xfrm>
            <a:off x="1362455" y="1723624"/>
            <a:ext cx="9062951" cy="2674003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325919-8729-5B44-C7EC-4B25AF448650}"/>
              </a:ext>
            </a:extLst>
          </p:cNvPr>
          <p:cNvSpPr txBox="1"/>
          <p:nvPr/>
        </p:nvSpPr>
        <p:spPr>
          <a:xfrm>
            <a:off x="654946" y="1095984"/>
            <a:ext cx="61006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RUL분포</a:t>
            </a:r>
            <a:endParaRPr lang="en-US" altLang="ko-KR" sz="15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7166E8BF-2243-7FFF-7519-157DEB7D00A5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8" name="Shape 9"/>
          <p:cNvSpPr/>
          <p:nvPr/>
        </p:nvSpPr>
        <p:spPr>
          <a:xfrm>
            <a:off x="1228953" y="4745035"/>
            <a:ext cx="457200" cy="457200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62455" y="4878537"/>
            <a:ext cx="190195" cy="190195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923796" y="4820929"/>
            <a:ext cx="4305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</a:rPr>
              <a:t>분포 특성</a:t>
            </a:r>
            <a:endParaRPr lang="en-US" sz="1800" dirty="0"/>
          </a:p>
        </p:txBody>
      </p:sp>
      <p:sp>
        <p:nvSpPr>
          <p:cNvPr id="24" name="Text 11"/>
          <p:cNvSpPr txBox="1"/>
          <p:nvPr/>
        </p:nvSpPr>
        <p:spPr>
          <a:xfrm>
            <a:off x="1775205" y="5228230"/>
            <a:ext cx="4191610" cy="7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수명 구간보다 중</a:t>
            </a: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후반구간에서 빈도가</a:t>
            </a: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감소하며 </a:t>
            </a:r>
            <a:endParaRPr lang="en-US" altLang="ko-KR" sz="13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 시점에 가까워질수록 데이터 수가 줄어든다</a:t>
            </a:r>
            <a:endParaRPr lang="en-US" altLang="ko-KR" sz="13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altLang="ko-KR" sz="9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극단적 이상치 없이 비교적 안정적인 범위를 보였다</a:t>
            </a: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</p:txBody>
      </p:sp>
      <p:sp>
        <p:nvSpPr>
          <p:cNvPr id="26" name="Shape 12"/>
          <p:cNvSpPr/>
          <p:nvPr/>
        </p:nvSpPr>
        <p:spPr>
          <a:xfrm>
            <a:off x="6467349" y="4712398"/>
            <a:ext cx="457200" cy="457200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00851" y="4845900"/>
            <a:ext cx="190195" cy="190195"/>
          </a:xfrm>
          <a:prstGeom prst="rect">
            <a:avLst/>
          </a:prstGeom>
        </p:spPr>
      </p:pic>
      <p:sp>
        <p:nvSpPr>
          <p:cNvPr id="30" name="Text 13"/>
          <p:cNvSpPr txBox="1"/>
          <p:nvPr/>
        </p:nvSpPr>
        <p:spPr>
          <a:xfrm>
            <a:off x="7115659" y="4782248"/>
            <a:ext cx="4305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 기반 정책 민감도 조정</a:t>
            </a:r>
            <a:endParaRPr lang="en-US" sz="1800" dirty="0"/>
          </a:p>
        </p:txBody>
      </p:sp>
      <p:sp>
        <p:nvSpPr>
          <p:cNvPr id="31" name="Text 14"/>
          <p:cNvSpPr txBox="1"/>
          <p:nvPr/>
        </p:nvSpPr>
        <p:spPr>
          <a:xfrm>
            <a:off x="6997565" y="5198094"/>
            <a:ext cx="41916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데이터셋이 엔진 초기 상태부터 고장 직전까지 다양한 </a:t>
            </a:r>
            <a:endParaRPr lang="en-US" altLang="ko-KR" sz="13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 구간을 포함하고 있음을 의미한다</a:t>
            </a: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endParaRPr lang="en-US" altLang="ko-KR" sz="13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ko-KR" alt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다양한 열화 상태를 학습할 수 있다</a:t>
            </a:r>
            <a:r>
              <a:rPr lang="en-US" altLang="ko-KR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305" y="7636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" y="-20946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83826" y="400507"/>
            <a:ext cx="15270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831629" y="362102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Sensors Pattern Analysis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25236"/>
            <a:ext cx="47549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3349" y="1125236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</a:t>
            </a:r>
            <a:r>
              <a:rPr lang="en-US" sz="1500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500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① 명확한 열화 추세 (Monotonic Trend)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71500" y="2019534"/>
            <a:ext cx="5867705" cy="3589096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1611" t="3382" r="49717" b="3143"/>
          <a:stretch>
            <a:fillRect/>
          </a:stretch>
        </p:blipFill>
        <p:spPr>
          <a:xfrm>
            <a:off x="633103" y="2380333"/>
            <a:ext cx="2838276" cy="30519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3951" y="5740589"/>
            <a:ext cx="5962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sensor2와 sensor7의 명확한 열화 패턴 (엔진 10, 30, 50, 70, 100)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819595" y="1875284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6896405" y="1961238"/>
            <a:ext cx="152705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39305" y="185608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일관된 증감 패턴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239305" y="2098398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 증가에 따라 센서 값이 일관되게 증가하거나 감소하는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단조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819595" y="2717447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5549" y="2803400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39305" y="26982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의미: 고장과의 직접적 상관관계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7239305" y="2940560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열화 상태를 가장 잘 반영하며, RUL 예측 모델의 </a:t>
            </a:r>
            <a:r>
              <a:rPr lang="en-US" sz="11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작용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819595" y="3559609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6896405" y="3645563"/>
            <a:ext cx="152705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239305" y="354040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패턴 관찰 (실제 데이터)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7239305" y="3782723"/>
            <a:ext cx="4457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그래프에서 </a:t>
            </a: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sensor2(증가)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sensor7(증가)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시간 경과에 따라 </a:t>
            </a: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뚜렷한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추세를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보임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819595" y="440177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05549" y="4487725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239305" y="4438669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 목록 (12개)</a:t>
            </a:r>
            <a:endParaRPr lang="en-US" sz="13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42" r="-42"/>
          <a:stretch/>
        </p:blipFill>
        <p:spPr>
          <a:xfrm>
            <a:off x="7239305" y="4849582"/>
            <a:ext cx="661748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00899" y="4849582"/>
            <a:ext cx="730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sensor2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l="-42" r="-42"/>
          <a:stretch/>
        </p:blipFill>
        <p:spPr>
          <a:xfrm>
            <a:off x="7982366" y="4849582"/>
            <a:ext cx="683403" cy="2286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951792" y="4849582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sensor3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 l="-42" r="-42"/>
          <a:stretch/>
        </p:blipFill>
        <p:spPr>
          <a:xfrm>
            <a:off x="8720633" y="4849582"/>
            <a:ext cx="673465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698241" y="4849582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sensor4</a:t>
            </a:r>
            <a:endParaRPr lang="en-US" sz="9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0"/>
          <a:srcRect l="-42" r="-42"/>
          <a:stretch/>
        </p:blipFill>
        <p:spPr>
          <a:xfrm>
            <a:off x="9461297" y="4849582"/>
            <a:ext cx="672112" cy="2286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9444838" y="4849582"/>
            <a:ext cx="7035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sensor7</a:t>
            </a:r>
            <a:endParaRPr lang="en-US" sz="9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0"/>
          <a:srcRect l="-42" r="-42"/>
          <a:stretch/>
        </p:blipFill>
        <p:spPr>
          <a:xfrm>
            <a:off x="10222792" y="4849582"/>
            <a:ext cx="679867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10206802" y="4849582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sensor8</a:t>
            </a:r>
            <a:endParaRPr lang="en-US" sz="9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10222793" y="5138484"/>
            <a:ext cx="6858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10185303" y="5138484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sensor17</a:t>
            </a:r>
            <a:endParaRPr lang="en-US" sz="9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7239305" y="5135789"/>
            <a:ext cx="6858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7200900" y="5135789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sensor11</a:t>
            </a:r>
            <a:endParaRPr lang="en-US" sz="9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7979969" y="5135789"/>
            <a:ext cx="6858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7941564" y="5135789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sensor12</a:t>
            </a:r>
            <a:endParaRPr lang="en-US" sz="90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8720633" y="5135789"/>
            <a:ext cx="685800" cy="22860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8682228" y="5135789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sensor13</a:t>
            </a:r>
            <a:endParaRPr lang="en-US" sz="9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9461297" y="5135789"/>
            <a:ext cx="685800" cy="22860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9423806" y="5135789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sensor15</a:t>
            </a:r>
            <a:endParaRPr lang="en-US" sz="900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7982366" y="5421616"/>
            <a:ext cx="685800" cy="228600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7941564" y="5416991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sensor20</a:t>
            </a:r>
            <a:endParaRPr lang="en-US" sz="900" dirty="0"/>
          </a:p>
        </p:txBody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11"/>
          <a:srcRect l="-152" r="-152"/>
          <a:stretch/>
        </p:blipFill>
        <p:spPr>
          <a:xfrm>
            <a:off x="7239305" y="5421082"/>
            <a:ext cx="685800" cy="22860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7200900" y="5421082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sensor21</a:t>
            </a:r>
            <a:endParaRPr lang="en-US" sz="900" dirty="0"/>
          </a:p>
        </p:txBody>
      </p:sp>
      <p:sp>
        <p:nvSpPr>
          <p:cNvPr id="52" name="Shape 31"/>
          <p:cNvSpPr/>
          <p:nvPr/>
        </p:nvSpPr>
        <p:spPr>
          <a:xfrm>
            <a:off x="-1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32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14FA5D-52F3-9C47-6501-DDC348EDF918}"/>
              </a:ext>
            </a:extLst>
          </p:cNvPr>
          <p:cNvSpPr txBox="1"/>
          <p:nvPr/>
        </p:nvSpPr>
        <p:spPr>
          <a:xfrm>
            <a:off x="1751990" y="210028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Sensor 2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614E5F-91D1-302F-E10B-09E10C995828}"/>
              </a:ext>
            </a:extLst>
          </p:cNvPr>
          <p:cNvSpPr txBox="1"/>
          <p:nvPr/>
        </p:nvSpPr>
        <p:spPr>
          <a:xfrm>
            <a:off x="4545033" y="212417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Sensor 7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19CD0AE9-CCB8-9B40-6E5D-96F009826C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701" t="3382" r="63" b="3143"/>
          <a:stretch>
            <a:fillRect/>
          </a:stretch>
        </p:blipFill>
        <p:spPr>
          <a:xfrm>
            <a:off x="3513104" y="2388781"/>
            <a:ext cx="2836800" cy="3077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9080906" y="400507"/>
            <a:ext cx="171907" cy="15270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9A537920-BF15-A726-9857-FB2283D1FE16}"/>
              </a:ext>
            </a:extLst>
          </p:cNvPr>
          <p:cNvSpPr/>
          <p:nvPr/>
        </p:nvSpPr>
        <p:spPr>
          <a:xfrm>
            <a:off x="1015670" y="1932173"/>
            <a:ext cx="4959703" cy="3658086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9346997" y="362102"/>
            <a:ext cx="27093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Maintenance Project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패턴 ② 무변화 센서 (Constant / No Variation)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282718" y="5697376"/>
            <a:ext cx="6486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sensor1 </a:t>
            </a: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완전한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무변화(Constant) 특성을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보이는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492409" y="2079394"/>
            <a:ext cx="400507" cy="400507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616767" y="2193694"/>
            <a:ext cx="152705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83111" y="207939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(Characteristics)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083111" y="2383889"/>
            <a:ext cx="42483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따라 값이 전혀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변하지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일정하게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유지되는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92409" y="3187646"/>
            <a:ext cx="400507" cy="400507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6616767" y="3301946"/>
            <a:ext cx="152705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83111" y="3187646"/>
            <a:ext cx="4362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및 영향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083111" y="3493056"/>
            <a:ext cx="42483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정보량이 전혀 없어 모델링에 도움이 되지 않으며,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작용할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가능성이 존재해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 대상(Drop)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492409" y="4296814"/>
            <a:ext cx="400507" cy="400507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06709" y="4411114"/>
            <a:ext cx="171907" cy="17190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83111" y="4296814"/>
            <a:ext cx="4286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 목록 (6개) </a:t>
            </a: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REMOVE</a:t>
            </a:r>
            <a:endParaRPr lang="en-US" sz="15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5996798-7B07-83C0-43F1-A8837AAEF264}"/>
              </a:ext>
            </a:extLst>
          </p:cNvPr>
          <p:cNvGrpSpPr/>
          <p:nvPr/>
        </p:nvGrpSpPr>
        <p:grpSpPr>
          <a:xfrm>
            <a:off x="7092699" y="5119254"/>
            <a:ext cx="1054946" cy="289866"/>
            <a:chOff x="7453274" y="4609490"/>
            <a:chExt cx="1054946" cy="289866"/>
          </a:xfrm>
        </p:grpSpPr>
        <p:sp>
          <p:nvSpPr>
            <p:cNvPr id="24" name="Shape 16"/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5" name="Text 17"/>
            <p:cNvSpPr/>
            <p:nvPr/>
          </p:nvSpPr>
          <p:spPr>
            <a:xfrm>
              <a:off x="7604525" y="4614933"/>
              <a:ext cx="903695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sensor16</a:t>
              </a:r>
              <a:endParaRPr lang="en-US" sz="900" dirty="0"/>
            </a:p>
          </p:txBody>
        </p:sp>
        <p:pic>
          <p:nvPicPr>
            <p:cNvPr id="26" name="Image 6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sp>
        <p:nvSpPr>
          <p:cNvPr id="42" name="Shape 2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2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72CF01A-23A4-EBBA-FAD0-BE904AFFCA99}"/>
              </a:ext>
            </a:extLst>
          </p:cNvPr>
          <p:cNvGrpSpPr/>
          <p:nvPr/>
        </p:nvGrpSpPr>
        <p:grpSpPr>
          <a:xfrm>
            <a:off x="7083111" y="4660824"/>
            <a:ext cx="972007" cy="349739"/>
            <a:chOff x="7453274" y="4549617"/>
            <a:chExt cx="972007" cy="349739"/>
          </a:xfrm>
        </p:grpSpPr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CCDB61F7-15C6-FDD3-C591-1B061EAAA4BD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E1B87955-EA35-7CCC-3BB2-BAA0C3B498FC}"/>
                </a:ext>
              </a:extLst>
            </p:cNvPr>
            <p:cNvSpPr/>
            <p:nvPr/>
          </p:nvSpPr>
          <p:spPr>
            <a:xfrm>
              <a:off x="7664397" y="4549617"/>
              <a:ext cx="7255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</a:t>
              </a:r>
              <a:endParaRPr lang="en-US" sz="900" dirty="0"/>
            </a:p>
          </p:txBody>
        </p:sp>
        <p:pic>
          <p:nvPicPr>
            <p:cNvPr id="50" name="Image 6" descr="preencoded.png">
              <a:extLst>
                <a:ext uri="{FF2B5EF4-FFF2-40B4-BE49-F238E27FC236}">
                  <a16:creationId xmlns:a16="http://schemas.microsoft.com/office/drawing/2014/main" id="{15D4D5EE-1D69-3B61-297B-B164A2816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674EA62-7324-7EC3-B5A6-317B2B16630B}"/>
              </a:ext>
            </a:extLst>
          </p:cNvPr>
          <p:cNvGrpSpPr/>
          <p:nvPr/>
        </p:nvGrpSpPr>
        <p:grpSpPr>
          <a:xfrm>
            <a:off x="8133799" y="4655290"/>
            <a:ext cx="972007" cy="349739"/>
            <a:chOff x="7453274" y="4549617"/>
            <a:chExt cx="972007" cy="349739"/>
          </a:xfrm>
        </p:grpSpPr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F5AD0EDE-61E0-1337-7D29-811B9A0DD73D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93BF8297-6EC4-6521-7842-F336A73CD833}"/>
                </a:ext>
              </a:extLst>
            </p:cNvPr>
            <p:cNvSpPr/>
            <p:nvPr/>
          </p:nvSpPr>
          <p:spPr>
            <a:xfrm>
              <a:off x="7664397" y="4549617"/>
              <a:ext cx="7255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sensor5</a:t>
              </a:r>
              <a:endParaRPr lang="en-US" sz="900" dirty="0"/>
            </a:p>
          </p:txBody>
        </p:sp>
        <p:pic>
          <p:nvPicPr>
            <p:cNvPr id="54" name="Image 6" descr="preencoded.png">
              <a:extLst>
                <a:ext uri="{FF2B5EF4-FFF2-40B4-BE49-F238E27FC236}">
                  <a16:creationId xmlns:a16="http://schemas.microsoft.com/office/drawing/2014/main" id="{4CC3D1C2-FEE5-21CA-EAD1-0E5A5734E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753AE43-D093-E3EF-2D28-CB5B084FF503}"/>
              </a:ext>
            </a:extLst>
          </p:cNvPr>
          <p:cNvGrpSpPr/>
          <p:nvPr/>
        </p:nvGrpSpPr>
        <p:grpSpPr>
          <a:xfrm>
            <a:off x="8134179" y="5062103"/>
            <a:ext cx="1020613" cy="349739"/>
            <a:chOff x="7453274" y="4549617"/>
            <a:chExt cx="1020613" cy="349739"/>
          </a:xfrm>
        </p:grpSpPr>
        <p:sp>
          <p:nvSpPr>
            <p:cNvPr id="56" name="Shape 16">
              <a:extLst>
                <a:ext uri="{FF2B5EF4-FFF2-40B4-BE49-F238E27FC236}">
                  <a16:creationId xmlns:a16="http://schemas.microsoft.com/office/drawing/2014/main" id="{D22987BC-0178-A2E5-B1B9-BA5B6CECBA9D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7" name="Text 17">
              <a:extLst>
                <a:ext uri="{FF2B5EF4-FFF2-40B4-BE49-F238E27FC236}">
                  <a16:creationId xmlns:a16="http://schemas.microsoft.com/office/drawing/2014/main" id="{67CD4DA9-ABA8-37FC-4414-90375E490D90}"/>
                </a:ext>
              </a:extLst>
            </p:cNvPr>
            <p:cNvSpPr/>
            <p:nvPr/>
          </p:nvSpPr>
          <p:spPr>
            <a:xfrm>
              <a:off x="7664396" y="4549617"/>
              <a:ext cx="809491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sensor18</a:t>
              </a:r>
              <a:endParaRPr lang="en-US" sz="900" dirty="0"/>
            </a:p>
          </p:txBody>
        </p:sp>
        <p:pic>
          <p:nvPicPr>
            <p:cNvPr id="58" name="Image 6" descr="preencoded.png">
              <a:extLst>
                <a:ext uri="{FF2B5EF4-FFF2-40B4-BE49-F238E27FC236}">
                  <a16:creationId xmlns:a16="http://schemas.microsoft.com/office/drawing/2014/main" id="{8B034B66-DA5E-A555-2C56-4BBA559DB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76F6071-6B29-B1C2-1E03-CBB0C0CA41BF}"/>
              </a:ext>
            </a:extLst>
          </p:cNvPr>
          <p:cNvGrpSpPr/>
          <p:nvPr/>
        </p:nvGrpSpPr>
        <p:grpSpPr>
          <a:xfrm>
            <a:off x="9211312" y="5112364"/>
            <a:ext cx="972007" cy="289866"/>
            <a:chOff x="7453274" y="4609490"/>
            <a:chExt cx="972007" cy="289866"/>
          </a:xfrm>
        </p:grpSpPr>
        <p:sp>
          <p:nvSpPr>
            <p:cNvPr id="60" name="Shape 16">
              <a:extLst>
                <a:ext uri="{FF2B5EF4-FFF2-40B4-BE49-F238E27FC236}">
                  <a16:creationId xmlns:a16="http://schemas.microsoft.com/office/drawing/2014/main" id="{2F64038A-7696-170B-C529-11D640660F3B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1" name="Text 17">
              <a:extLst>
                <a:ext uri="{FF2B5EF4-FFF2-40B4-BE49-F238E27FC236}">
                  <a16:creationId xmlns:a16="http://schemas.microsoft.com/office/drawing/2014/main" id="{70C8AC2D-DD0B-2CE5-0F87-80665F5A0F85}"/>
                </a:ext>
              </a:extLst>
            </p:cNvPr>
            <p:cNvSpPr/>
            <p:nvPr/>
          </p:nvSpPr>
          <p:spPr>
            <a:xfrm>
              <a:off x="7609967" y="4609490"/>
              <a:ext cx="8140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sensor19</a:t>
              </a:r>
              <a:endParaRPr lang="en-US" sz="900" dirty="0"/>
            </a:p>
          </p:txBody>
        </p:sp>
        <p:pic>
          <p:nvPicPr>
            <p:cNvPr id="62" name="Image 6" descr="preencoded.png">
              <a:extLst>
                <a:ext uri="{FF2B5EF4-FFF2-40B4-BE49-F238E27FC236}">
                  <a16:creationId xmlns:a16="http://schemas.microsoft.com/office/drawing/2014/main" id="{AC775379-DF8D-B3D5-BC05-31FC4C74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46E41AC-993A-EC6D-983F-F42C656F2AEE}"/>
              </a:ext>
            </a:extLst>
          </p:cNvPr>
          <p:cNvGrpSpPr/>
          <p:nvPr/>
        </p:nvGrpSpPr>
        <p:grpSpPr>
          <a:xfrm>
            <a:off x="9189540" y="4731411"/>
            <a:ext cx="1034751" cy="289866"/>
            <a:chOff x="7453274" y="4609490"/>
            <a:chExt cx="1034751" cy="289866"/>
          </a:xfrm>
        </p:grpSpPr>
        <p:sp>
          <p:nvSpPr>
            <p:cNvPr id="64" name="Shape 16">
              <a:extLst>
                <a:ext uri="{FF2B5EF4-FFF2-40B4-BE49-F238E27FC236}">
                  <a16:creationId xmlns:a16="http://schemas.microsoft.com/office/drawing/2014/main" id="{CF32E512-F838-1045-88DC-8E8777D16677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5" name="Text 17">
              <a:extLst>
                <a:ext uri="{FF2B5EF4-FFF2-40B4-BE49-F238E27FC236}">
                  <a16:creationId xmlns:a16="http://schemas.microsoft.com/office/drawing/2014/main" id="{BB4EE206-40DE-BCD8-8D12-27BE9F2E50F9}"/>
                </a:ext>
              </a:extLst>
            </p:cNvPr>
            <p:cNvSpPr/>
            <p:nvPr/>
          </p:nvSpPr>
          <p:spPr>
            <a:xfrm>
              <a:off x="7620853" y="4614933"/>
              <a:ext cx="867172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sensor10</a:t>
              </a:r>
              <a:endParaRPr lang="en-US" sz="900" dirty="0"/>
            </a:p>
          </p:txBody>
        </p:sp>
        <p:pic>
          <p:nvPicPr>
            <p:cNvPr id="66" name="Image 6" descr="preencoded.png">
              <a:extLst>
                <a:ext uri="{FF2B5EF4-FFF2-40B4-BE49-F238E27FC236}">
                  <a16:creationId xmlns:a16="http://schemas.microsoft.com/office/drawing/2014/main" id="{B4956FF9-5348-2E6F-A689-CBEAB2993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0E280A98-A9F4-4149-1CAF-34004AEEF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" t="67" r="66218" b="85279"/>
          <a:stretch>
            <a:fillRect/>
          </a:stretch>
        </p:blipFill>
        <p:spPr bwMode="auto">
          <a:xfrm>
            <a:off x="1241364" y="2108968"/>
            <a:ext cx="4133527" cy="341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16745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02952" y="362102"/>
            <a:ext cx="205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 Pattern Analysis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패턴 ③ 불규칙 변화 센서 (Non-monotonic / Irregular Trend)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9903" y="2202398"/>
            <a:ext cx="5988433" cy="3198998"/>
          </a:xfrm>
          <a:prstGeom prst="roundRect">
            <a:avLst>
              <a:gd name="adj" fmla="val 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989699" y="1904695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F97316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14057" y="2029054"/>
            <a:ext cx="171907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99604" y="1904695"/>
            <a:ext cx="42199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불규칙한 변동성 (Irregularity)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599604" y="2210105"/>
            <a:ext cx="4181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Cycle의 진행에 따라 값이 일관되게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변화하지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불규칙하게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나타남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89699" y="2952598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F97316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14057" y="3076956"/>
            <a:ext cx="171907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99604" y="2952598"/>
            <a:ext cx="42958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제한 및 보조 활용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599604" y="3258007"/>
            <a:ext cx="4181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직접적인 RUL 예측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사용하기에는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제한적이나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센서와의 결합을 통해 보조 지표로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 존재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989699" y="4000500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F97316">
                <a:alpha val="10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7132345" y="4123944"/>
            <a:ext cx="133502" cy="17190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599604" y="4000500"/>
            <a:ext cx="42958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특성 추출 필요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599604" y="4304995"/>
            <a:ext cx="4181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원데이터보다는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통계적 변환을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가능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989699" y="5048402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F97316">
                <a:alpha val="10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114057" y="5171846"/>
            <a:ext cx="171907" cy="17190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599604" y="5048402"/>
            <a:ext cx="3905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 목록 (3개)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7599604" y="5391302"/>
            <a:ext cx="964131" cy="285294"/>
          </a:xfrm>
          <a:prstGeom prst="roundRect">
            <a:avLst>
              <a:gd name="adj" fmla="val 79745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761451" y="5391302"/>
            <a:ext cx="875493" cy="2852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sensor6 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44623" y="5467495"/>
            <a:ext cx="147278" cy="147278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672024" y="5391302"/>
            <a:ext cx="964131" cy="285294"/>
          </a:xfrm>
          <a:prstGeom prst="roundRect">
            <a:avLst>
              <a:gd name="adj" fmla="val 79745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8871462" y="5391302"/>
            <a:ext cx="776747" cy="2852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sensor9 </a:t>
            </a:r>
            <a:endParaRPr lang="en-US" sz="9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17044" y="5467495"/>
            <a:ext cx="147278" cy="14727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744442" y="5391302"/>
            <a:ext cx="1044995" cy="285294"/>
          </a:xfrm>
          <a:prstGeom prst="roundRect">
            <a:avLst>
              <a:gd name="adj" fmla="val 79745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9933898" y="5402522"/>
            <a:ext cx="904262" cy="2852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sensor14 </a:t>
            </a:r>
            <a:endParaRPr lang="en-US" sz="9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89463" y="5467495"/>
            <a:ext cx="147278" cy="14727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6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5CACBA00-C46D-3766-693B-97F5F47E5306}"/>
              </a:ext>
            </a:extLst>
          </p:cNvPr>
          <p:cNvSpPr txBox="1"/>
          <p:nvPr/>
        </p:nvSpPr>
        <p:spPr>
          <a:xfrm>
            <a:off x="629133" y="5543585"/>
            <a:ext cx="5962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sensor6와 sensor9의 </a:t>
            </a: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불규칙한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열화 패턴 (엔진 10, 30, 50, 70, 100)</a:t>
            </a:r>
            <a:endParaRPr lang="en-US" sz="1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E678413-8B3E-A98E-9EB2-045D5E592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96" t="14440" b="72092"/>
          <a:stretch>
            <a:fillRect/>
          </a:stretch>
        </p:blipFill>
        <p:spPr bwMode="auto">
          <a:xfrm>
            <a:off x="648336" y="2487689"/>
            <a:ext cx="2957676" cy="26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58BC9C97-3720-DAEF-9DED-CC6682BFF1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60" t="28709" b="57891"/>
          <a:stretch>
            <a:fillRect/>
          </a:stretch>
        </p:blipFill>
        <p:spPr bwMode="auto">
          <a:xfrm>
            <a:off x="3609352" y="2480749"/>
            <a:ext cx="2944152" cy="263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1314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EDA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– Sensor</a:t>
            </a:r>
            <a:r>
              <a:rPr lang="ko-KR" alt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71500" y="1805026"/>
            <a:ext cx="5820156" cy="4000500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93" b="93"/>
          <a:stretch/>
        </p:blipFill>
        <p:spPr>
          <a:xfrm>
            <a:off x="940003" y="1910182"/>
            <a:ext cx="5086807" cy="37911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62572" y="1931213"/>
            <a:ext cx="457200" cy="457200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6074" y="2064715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510882" y="1931213"/>
            <a:ext cx="4305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상관관계 센서 식별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510882" y="2305202"/>
            <a:ext cx="3741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상관계수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선형 관계를 가지는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변수들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10882" y="2838298"/>
            <a:ext cx="4114800" cy="847649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17" name="Shape 11"/>
          <p:cNvSpPr/>
          <p:nvPr/>
        </p:nvSpPr>
        <p:spPr>
          <a:xfrm>
            <a:off x="7510882" y="2838298"/>
            <a:ext cx="38405" cy="847649"/>
          </a:xfrm>
          <a:prstGeom prst="roundRect">
            <a:avLst>
              <a:gd name="adj" fmla="val 321026"/>
            </a:avLst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691018" y="2933395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</a:t>
            </a: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양의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(+) :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sensor7, 12, 20, 21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691018" y="3286354"/>
            <a:ext cx="3466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</a:t>
            </a: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음의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(-) :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sensor2, 3, 4, 8, 11, 13, 15, 17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862572" y="3924605"/>
            <a:ext cx="457200" cy="457200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96074" y="4058107"/>
            <a:ext cx="190195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10882" y="3924605"/>
            <a:ext cx="4229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Selection 제거 기준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510882" y="4297680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상관계수가 0에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변수들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10882" y="4830775"/>
            <a:ext cx="4114800" cy="847649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25" name="Shape 18"/>
          <p:cNvSpPr/>
          <p:nvPr/>
        </p:nvSpPr>
        <p:spPr>
          <a:xfrm>
            <a:off x="7510882" y="4830775"/>
            <a:ext cx="38405" cy="847649"/>
          </a:xfrm>
          <a:prstGeom prst="roundRect">
            <a:avLst>
              <a:gd name="adj" fmla="val 321026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691018" y="4926787"/>
            <a:ext cx="2904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691018" y="5278831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sensor1, 5, 10, 16, 18, 19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56981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055364" y="3893515"/>
            <a:ext cx="40864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특성 추출 및 파생 변수 생성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202722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2054657" y="2598725"/>
            <a:ext cx="80887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Engineering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4080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Feature Engineering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4205" y="1143000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이동평균/표준편차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1500" y="1828800"/>
            <a:ext cx="5820156" cy="4000500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11306" b="17"/>
          <a:stretch>
            <a:fillRect/>
          </a:stretch>
        </p:blipFill>
        <p:spPr>
          <a:xfrm>
            <a:off x="724205" y="2247595"/>
            <a:ext cx="5514746" cy="31208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3951" y="5905195"/>
            <a:ext cx="5915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이동평균(MA) 및 롤링 표준편차(STD) 분석 그래프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62572" y="2514600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86930" y="2638958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72477" y="2514600"/>
            <a:ext cx="4267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(Moving Average)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472477" y="2838298"/>
            <a:ext cx="42291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데이터의 불규칙한 노이즈를 스무딩(Smoothing)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장기적인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열화 추세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명확하게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엔진 상태의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전반적인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패턴을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파악하는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도움을 주는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62572" y="3951122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6963156" y="4074566"/>
            <a:ext cx="21945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72477" y="3951122"/>
            <a:ext cx="4267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 (Rolling Std Dev)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472477" y="4274820"/>
            <a:ext cx="372257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윈도우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(5) 내 데이터의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변동성(Volatility)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고장 시점에 가까워질수록 증가하는 신호의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흔들림을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포착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4080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Feature Engineering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Lag/Difference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71500" y="1828800"/>
            <a:ext cx="5820156" cy="4000500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17" b="17"/>
          <a:stretch/>
        </p:blipFill>
        <p:spPr>
          <a:xfrm>
            <a:off x="724205" y="2291486"/>
            <a:ext cx="5514746" cy="30769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3951" y="5905195"/>
            <a:ext cx="5915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시계열 데이터의 이력(Lag) 및 변화량(Difference) 피처 시각화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862572" y="2553005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6930" y="2676449"/>
            <a:ext cx="171907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53274" y="2553005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이력(Lag) 및 변화량(Diff) 반영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453274" y="2990089"/>
            <a:ext cx="4248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 피처를 통해 과거 시점의 상태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Difference 피처로 데이터의 변화량(기울기)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시계열적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반영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862572" y="4191457"/>
            <a:ext cx="418795" cy="418795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6996074" y="4314901"/>
            <a:ext cx="152705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53274" y="4191457"/>
            <a:ext cx="4362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급격한 상태 변화 조기 감지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453274" y="4495952"/>
            <a:ext cx="4248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데이터의 단순 수치뿐만 아니라 변화의 속도와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고장 전조 증상인 단기적인 급격한 변화를 조기에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위험도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91FB-BC39-3774-FDC7-7E12ED79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A7F47F-9947-8590-B2F2-088F509340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B7B1A2A-F5B3-5D4E-69BD-103598B68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BC941BF-E8ED-E7AD-13B3-3672F22F738D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B7894E7-CAB0-8FF0-9E59-48CA831217B9}"/>
              </a:ext>
            </a:extLst>
          </p:cNvPr>
          <p:cNvSpPr txBox="1"/>
          <p:nvPr/>
        </p:nvSpPr>
        <p:spPr>
          <a:xfrm>
            <a:off x="571500" y="247802"/>
            <a:ext cx="4080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Feature Engineering</a:t>
            </a:r>
            <a:endParaRPr lang="en-US" sz="24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5BDCFB8-1ABC-50A0-8469-9685F67DC5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F1E8938-371C-E7C6-B0AC-7449E9FB0821}"/>
              </a:ext>
            </a:extLst>
          </p:cNvPr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5383A70-E4B1-205B-FC3B-AF6ABCEDFF01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843C5E9-92C9-7748-6B8A-C038FB396774}"/>
              </a:ext>
            </a:extLst>
          </p:cNvPr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15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22D27D54-E19B-5BD3-74F4-78008137E307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6ED20852-2FCD-C2D2-1FE7-F2E36C678270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C76F42F-CB0B-CF37-2BBC-394800103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99123"/>
              </p:ext>
            </p:extLst>
          </p:nvPr>
        </p:nvGraphicFramePr>
        <p:xfrm>
          <a:off x="805542" y="1532517"/>
          <a:ext cx="10559146" cy="361726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64457">
                  <a:extLst>
                    <a:ext uri="{9D8B030D-6E8A-4147-A177-3AD203B41FA5}">
                      <a16:colId xmlns:a16="http://schemas.microsoft.com/office/drawing/2014/main" val="194568644"/>
                    </a:ext>
                  </a:extLst>
                </a:gridCol>
                <a:gridCol w="2659202">
                  <a:extLst>
                    <a:ext uri="{9D8B030D-6E8A-4147-A177-3AD203B41FA5}">
                      <a16:colId xmlns:a16="http://schemas.microsoft.com/office/drawing/2014/main" val="1302616832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3864147555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3219815634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1836363562"/>
                    </a:ext>
                  </a:extLst>
                </a:gridCol>
              </a:tblGrid>
              <a:tr h="447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Model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Feature Set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21982"/>
                  </a:ext>
                </a:extLst>
              </a:tr>
              <a:tr h="396172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Random Forest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15.978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10.849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0.853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306880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Rolling Mean + Rolling Std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15.155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10.054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0.868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028888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Lag + Diff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15.326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10.503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0.865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441136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All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15.088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10.040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0.869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1932"/>
                  </a:ext>
                </a:extLst>
              </a:tr>
              <a:tr h="396172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/>
                        <a:t>XGBoost</a:t>
                      </a:r>
                      <a:endParaRPr lang="en-US" sz="1400" b="1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16.084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10.909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0.851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844976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Rolling Mean + Rolling Std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15.496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10.308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0.862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400710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Lag + Diff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15.349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/>
                        <a:t>10.445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0.865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81376"/>
                  </a:ext>
                </a:extLst>
              </a:tr>
              <a:tr h="3961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All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15.333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10.326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/>
                        <a:t>0.865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94154"/>
                  </a:ext>
                </a:extLst>
              </a:tr>
            </a:tbl>
          </a:graphicData>
        </a:graphic>
      </p:graphicFrame>
      <p:sp>
        <p:nvSpPr>
          <p:cNvPr id="29" name="Shape 12">
            <a:extLst>
              <a:ext uri="{FF2B5EF4-FFF2-40B4-BE49-F238E27FC236}">
                <a16:creationId xmlns:a16="http://schemas.microsoft.com/office/drawing/2014/main" id="{59331811-2663-1D90-ED36-B5B8C32FE1E7}"/>
              </a:ext>
            </a:extLst>
          </p:cNvPr>
          <p:cNvSpPr/>
          <p:nvPr/>
        </p:nvSpPr>
        <p:spPr>
          <a:xfrm>
            <a:off x="1676400" y="5326157"/>
            <a:ext cx="8817430" cy="889166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869E7C5E-1D9F-79B7-7DCA-9ED68DB31B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84332" y="5572075"/>
            <a:ext cx="397329" cy="39732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5341E9-DAEA-544B-ABE7-EE278153F8AB}"/>
              </a:ext>
            </a:extLst>
          </p:cNvPr>
          <p:cNvSpPr txBox="1"/>
          <p:nvPr/>
        </p:nvSpPr>
        <p:spPr>
          <a:xfrm>
            <a:off x="3234734" y="3183962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F87FA7-F1B2-BEA5-4CFB-CD19C4055FA2}"/>
              </a:ext>
            </a:extLst>
          </p:cNvPr>
          <p:cNvSpPr txBox="1"/>
          <p:nvPr/>
        </p:nvSpPr>
        <p:spPr>
          <a:xfrm>
            <a:off x="3207516" y="4780453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C96CE6-34F1-C5A4-2B54-E785C853CA05}"/>
              </a:ext>
            </a:extLst>
          </p:cNvPr>
          <p:cNvSpPr txBox="1"/>
          <p:nvPr/>
        </p:nvSpPr>
        <p:spPr>
          <a:xfrm>
            <a:off x="2487387" y="5414282"/>
            <a:ext cx="7821384" cy="704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Feature Engineering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결과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가지 파생변수를 결합 한 경우에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Random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Forest,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XGBoost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모델에서  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baseline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대비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RMSE, MAE,</a:t>
            </a:r>
            <a:r>
              <a:rPr lang="en-US" altLang="ko-KR" sz="1400" b="1" dirty="0"/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R²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점수가 개선되며 가장 우수한 성능을 보였다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853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52BA-27AC-0A98-27DB-8B14BC73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A9CE03D0-451B-D27E-B205-AC0877BD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47676"/>
            <a:ext cx="12191695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191D162-75E6-A8E0-64C5-CBFF2BFA64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832E14E-056C-94D0-5AFD-FD9283CE4D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775CD955-EDCA-8D08-CDF8-DD7553F5FE97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FAD436F-CDE4-1848-B778-E01BE6F3FA5B}"/>
              </a:ext>
            </a:extLst>
          </p:cNvPr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Drop Features</a:t>
            </a: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5807CAAA-51EE-5329-B72F-91364715B2EC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7B14A95E-0D6E-D834-8B18-19DDC735B665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CCEB5928-1831-5BBC-C805-B3C21EC9DC2F}"/>
              </a:ext>
            </a:extLst>
          </p:cNvPr>
          <p:cNvSpPr/>
          <p:nvPr/>
        </p:nvSpPr>
        <p:spPr>
          <a:xfrm>
            <a:off x="464446" y="1652584"/>
            <a:ext cx="400507" cy="400507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6AE07915-2C75-E841-10AC-C90C63BC0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8746" y="1766884"/>
            <a:ext cx="171907" cy="171907"/>
          </a:xfrm>
          <a:prstGeom prst="rect">
            <a:avLst/>
          </a:prstGeom>
        </p:spPr>
      </p:pic>
      <p:sp>
        <p:nvSpPr>
          <p:cNvPr id="12" name="Text 15">
            <a:extLst>
              <a:ext uri="{FF2B5EF4-FFF2-40B4-BE49-F238E27FC236}">
                <a16:creationId xmlns:a16="http://schemas.microsoft.com/office/drawing/2014/main" id="{96FB2045-47FF-6F35-03D1-F0DF02ED4B64}"/>
              </a:ext>
            </a:extLst>
          </p:cNvPr>
          <p:cNvSpPr txBox="1"/>
          <p:nvPr/>
        </p:nvSpPr>
        <p:spPr>
          <a:xfrm>
            <a:off x="1055148" y="1652584"/>
            <a:ext cx="4286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 센서 </a:t>
            </a:r>
            <a:r>
              <a:rPr lang="en-US" sz="15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</a:t>
            </a: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(7개) </a:t>
            </a: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REMOVE</a:t>
            </a:r>
            <a:endParaRPr lang="en-US" sz="15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98FC99C-A246-9B33-D5DF-FF50865F721C}"/>
              </a:ext>
            </a:extLst>
          </p:cNvPr>
          <p:cNvGrpSpPr/>
          <p:nvPr/>
        </p:nvGrpSpPr>
        <p:grpSpPr>
          <a:xfrm>
            <a:off x="5072413" y="2077584"/>
            <a:ext cx="1054946" cy="289866"/>
            <a:chOff x="7453274" y="4609490"/>
            <a:chExt cx="1054946" cy="289866"/>
          </a:xfrm>
        </p:grpSpPr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8F776452-A39A-C3D4-7DC1-CFBEE0F69C93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Text 17">
              <a:extLst>
                <a:ext uri="{FF2B5EF4-FFF2-40B4-BE49-F238E27FC236}">
                  <a16:creationId xmlns:a16="http://schemas.microsoft.com/office/drawing/2014/main" id="{FFD84A4E-D4ED-B027-351D-CAD5974A5F49}"/>
                </a:ext>
              </a:extLst>
            </p:cNvPr>
            <p:cNvSpPr/>
            <p:nvPr/>
          </p:nvSpPr>
          <p:spPr>
            <a:xfrm>
              <a:off x="7604525" y="4614933"/>
              <a:ext cx="903695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sensor16</a:t>
              </a:r>
              <a:endParaRPr lang="en-US" sz="900" dirty="0"/>
            </a:p>
          </p:txBody>
        </p:sp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6F766E0F-FF58-11BA-833B-4AC2AAE66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8E9E08-17C3-3047-0DEA-7E6C8032D5CD}"/>
              </a:ext>
            </a:extLst>
          </p:cNvPr>
          <p:cNvGrpSpPr/>
          <p:nvPr/>
        </p:nvGrpSpPr>
        <p:grpSpPr>
          <a:xfrm>
            <a:off x="1055148" y="2016594"/>
            <a:ext cx="972007" cy="349739"/>
            <a:chOff x="7453274" y="4549617"/>
            <a:chExt cx="972007" cy="349739"/>
          </a:xfrm>
        </p:grpSpPr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7AA47D7C-2B2D-CD38-4006-BEC2097448ED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7B272FB3-8CD3-3427-299A-634C539BDA0B}"/>
                </a:ext>
              </a:extLst>
            </p:cNvPr>
            <p:cNvSpPr/>
            <p:nvPr/>
          </p:nvSpPr>
          <p:spPr>
            <a:xfrm>
              <a:off x="7664397" y="4549617"/>
              <a:ext cx="7255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</a:t>
              </a:r>
              <a:endParaRPr lang="en-US" sz="900" dirty="0"/>
            </a:p>
          </p:txBody>
        </p:sp>
        <p:pic>
          <p:nvPicPr>
            <p:cNvPr id="20" name="Image 6" descr="preencoded.png">
              <a:extLst>
                <a:ext uri="{FF2B5EF4-FFF2-40B4-BE49-F238E27FC236}">
                  <a16:creationId xmlns:a16="http://schemas.microsoft.com/office/drawing/2014/main" id="{60A33584-70A9-274E-0F97-76BF0E90E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A3BDDCD-DA75-017B-E1E0-1BD846BEB961}"/>
              </a:ext>
            </a:extLst>
          </p:cNvPr>
          <p:cNvGrpSpPr/>
          <p:nvPr/>
        </p:nvGrpSpPr>
        <p:grpSpPr>
          <a:xfrm>
            <a:off x="2062292" y="2016503"/>
            <a:ext cx="972007" cy="349739"/>
            <a:chOff x="7453274" y="4549617"/>
            <a:chExt cx="972007" cy="349739"/>
          </a:xfrm>
        </p:grpSpPr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F8195202-8EFE-65A0-0D1A-2A4E6A1E145C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D3A4A6AF-9614-F546-1E0D-63C7EA63FF6C}"/>
                </a:ext>
              </a:extLst>
            </p:cNvPr>
            <p:cNvSpPr/>
            <p:nvPr/>
          </p:nvSpPr>
          <p:spPr>
            <a:xfrm>
              <a:off x="7664397" y="4549617"/>
              <a:ext cx="7255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sensor5</a:t>
              </a:r>
              <a:endParaRPr lang="en-US" sz="900" dirty="0"/>
            </a:p>
          </p:txBody>
        </p:sp>
        <p:pic>
          <p:nvPicPr>
            <p:cNvPr id="28" name="Image 6" descr="preencoded.png">
              <a:extLst>
                <a:ext uri="{FF2B5EF4-FFF2-40B4-BE49-F238E27FC236}">
                  <a16:creationId xmlns:a16="http://schemas.microsoft.com/office/drawing/2014/main" id="{E59F4D69-2116-2CF2-879A-72A6701F8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CF58C41-E03B-2107-72B4-D26BDD96DEF6}"/>
              </a:ext>
            </a:extLst>
          </p:cNvPr>
          <p:cNvGrpSpPr/>
          <p:nvPr/>
        </p:nvGrpSpPr>
        <p:grpSpPr>
          <a:xfrm>
            <a:off x="6081236" y="2020433"/>
            <a:ext cx="1020613" cy="349739"/>
            <a:chOff x="7453274" y="4549617"/>
            <a:chExt cx="1020613" cy="349739"/>
          </a:xfrm>
        </p:grpSpPr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FFFBCF8C-20D5-A57A-F6EC-C16AB2488F18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6" name="Text 17">
              <a:extLst>
                <a:ext uri="{FF2B5EF4-FFF2-40B4-BE49-F238E27FC236}">
                  <a16:creationId xmlns:a16="http://schemas.microsoft.com/office/drawing/2014/main" id="{93B5448F-414C-03D2-52E8-E64743FD6AE3}"/>
                </a:ext>
              </a:extLst>
            </p:cNvPr>
            <p:cNvSpPr/>
            <p:nvPr/>
          </p:nvSpPr>
          <p:spPr>
            <a:xfrm>
              <a:off x="7664396" y="4549617"/>
              <a:ext cx="809491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sensor18</a:t>
              </a:r>
              <a:endParaRPr lang="en-US" sz="900" dirty="0"/>
            </a:p>
          </p:txBody>
        </p:sp>
        <p:pic>
          <p:nvPicPr>
            <p:cNvPr id="37" name="Image 6" descr="preencoded.png">
              <a:extLst>
                <a:ext uri="{FF2B5EF4-FFF2-40B4-BE49-F238E27FC236}">
                  <a16:creationId xmlns:a16="http://schemas.microsoft.com/office/drawing/2014/main" id="{EC77CF53-B0D2-AFE8-5E3A-8D6C7A84A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6E365FB-327C-4B45-9CC7-1B0A81744A6F}"/>
              </a:ext>
            </a:extLst>
          </p:cNvPr>
          <p:cNvGrpSpPr/>
          <p:nvPr/>
        </p:nvGrpSpPr>
        <p:grpSpPr>
          <a:xfrm>
            <a:off x="4074828" y="2076295"/>
            <a:ext cx="1034751" cy="289866"/>
            <a:chOff x="7453274" y="4609490"/>
            <a:chExt cx="1034751" cy="289866"/>
          </a:xfrm>
        </p:grpSpPr>
        <p:sp>
          <p:nvSpPr>
            <p:cNvPr id="43" name="Shape 16">
              <a:extLst>
                <a:ext uri="{FF2B5EF4-FFF2-40B4-BE49-F238E27FC236}">
                  <a16:creationId xmlns:a16="http://schemas.microsoft.com/office/drawing/2014/main" id="{D0E415EE-B68F-CB10-18E3-7A7D5EB13317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24D82EF2-6C66-14C6-D2E0-DBEA678A1309}"/>
                </a:ext>
              </a:extLst>
            </p:cNvPr>
            <p:cNvSpPr/>
            <p:nvPr/>
          </p:nvSpPr>
          <p:spPr>
            <a:xfrm>
              <a:off x="7620853" y="4614933"/>
              <a:ext cx="867172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sensor10</a:t>
              </a:r>
              <a:endParaRPr lang="en-US" sz="900" dirty="0"/>
            </a:p>
          </p:txBody>
        </p:sp>
        <p:pic>
          <p:nvPicPr>
            <p:cNvPr id="45" name="Image 6" descr="preencoded.png">
              <a:extLst>
                <a:ext uri="{FF2B5EF4-FFF2-40B4-BE49-F238E27FC236}">
                  <a16:creationId xmlns:a16="http://schemas.microsoft.com/office/drawing/2014/main" id="{A391A514-BA06-364E-E562-8DD53A595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E400E883-55F6-B5AC-C489-772B1984421C}"/>
              </a:ext>
            </a:extLst>
          </p:cNvPr>
          <p:cNvSpPr txBox="1"/>
          <p:nvPr/>
        </p:nvSpPr>
        <p:spPr>
          <a:xfrm>
            <a:off x="1126341" y="2569844"/>
            <a:ext cx="4229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Selection 제거 기준</a:t>
            </a:r>
            <a:endParaRPr lang="en-US" sz="150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D77902E8-73CE-5575-D246-412E14845E90}"/>
              </a:ext>
            </a:extLst>
          </p:cNvPr>
          <p:cNvSpPr/>
          <p:nvPr/>
        </p:nvSpPr>
        <p:spPr>
          <a:xfrm>
            <a:off x="1211581" y="3465388"/>
            <a:ext cx="38405" cy="847649"/>
          </a:xfrm>
          <a:prstGeom prst="roundRect">
            <a:avLst>
              <a:gd name="adj" fmla="val 321026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B5546118-F436-3299-2B6E-4CCE5FF0443E}"/>
              </a:ext>
            </a:extLst>
          </p:cNvPr>
          <p:cNvSpPr txBox="1"/>
          <p:nvPr/>
        </p:nvSpPr>
        <p:spPr>
          <a:xfrm>
            <a:off x="1391717" y="3561400"/>
            <a:ext cx="2904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 대상: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0 (무변화 센서)</a:t>
            </a:r>
            <a:endParaRPr lang="en-US" sz="14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12C653E8-4A42-446E-E5D4-77CB4B863CD9}"/>
              </a:ext>
            </a:extLst>
          </p:cNvPr>
          <p:cNvSpPr txBox="1"/>
          <p:nvPr/>
        </p:nvSpPr>
        <p:spPr>
          <a:xfrm>
            <a:off x="1391717" y="3913444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sensor1, 5, 10, 16, 18, 19</a:t>
            </a:r>
            <a:endParaRPr lang="en-US" sz="140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8EE3141-F2DA-0812-390B-2C66A5E18C20}"/>
              </a:ext>
            </a:extLst>
          </p:cNvPr>
          <p:cNvGrpSpPr/>
          <p:nvPr/>
        </p:nvGrpSpPr>
        <p:grpSpPr>
          <a:xfrm>
            <a:off x="3070507" y="2016503"/>
            <a:ext cx="972007" cy="349739"/>
            <a:chOff x="7453274" y="4549617"/>
            <a:chExt cx="972007" cy="349739"/>
          </a:xfrm>
        </p:grpSpPr>
        <p:sp>
          <p:nvSpPr>
            <p:cNvPr id="55" name="Shape 16">
              <a:extLst>
                <a:ext uri="{FF2B5EF4-FFF2-40B4-BE49-F238E27FC236}">
                  <a16:creationId xmlns:a16="http://schemas.microsoft.com/office/drawing/2014/main" id="{A3C3571A-B73B-7C9C-481E-C362DBCE4D73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6" name="Text 17">
              <a:extLst>
                <a:ext uri="{FF2B5EF4-FFF2-40B4-BE49-F238E27FC236}">
                  <a16:creationId xmlns:a16="http://schemas.microsoft.com/office/drawing/2014/main" id="{8768B16D-B2EA-7ACA-3AB6-559B9F647FDA}"/>
                </a:ext>
              </a:extLst>
            </p:cNvPr>
            <p:cNvSpPr/>
            <p:nvPr/>
          </p:nvSpPr>
          <p:spPr>
            <a:xfrm>
              <a:off x="7664397" y="4549617"/>
              <a:ext cx="72552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sensor6</a:t>
              </a:r>
              <a:endParaRPr lang="en-US" sz="900" dirty="0"/>
            </a:p>
          </p:txBody>
        </p:sp>
        <p:pic>
          <p:nvPicPr>
            <p:cNvPr id="57" name="Image 6" descr="preencoded.png">
              <a:extLst>
                <a:ext uri="{FF2B5EF4-FFF2-40B4-BE49-F238E27FC236}">
                  <a16:creationId xmlns:a16="http://schemas.microsoft.com/office/drawing/2014/main" id="{0DA0200D-67A8-DB8A-DC6B-F9F790889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B16E5FF-89CC-A9E8-3C2B-782CA2569338}"/>
              </a:ext>
            </a:extLst>
          </p:cNvPr>
          <p:cNvGrpSpPr/>
          <p:nvPr/>
        </p:nvGrpSpPr>
        <p:grpSpPr>
          <a:xfrm>
            <a:off x="1154841" y="2930494"/>
            <a:ext cx="3044105" cy="3327660"/>
            <a:chOff x="2792035" y="2871158"/>
            <a:chExt cx="3500558" cy="4302252"/>
          </a:xfrm>
        </p:grpSpPr>
        <p:pic>
          <p:nvPicPr>
            <p:cNvPr id="70" name="Image 1" descr="preencoded.png">
              <a:extLst>
                <a:ext uri="{FF2B5EF4-FFF2-40B4-BE49-F238E27FC236}">
                  <a16:creationId xmlns:a16="http://schemas.microsoft.com/office/drawing/2014/main" id="{B06A10E0-015A-3E54-CCF0-D7FEB03B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4" b="-4"/>
            <a:stretch/>
          </p:blipFill>
          <p:spPr>
            <a:xfrm>
              <a:off x="2800499" y="2871158"/>
              <a:ext cx="3492094" cy="4302252"/>
            </a:xfrm>
            <a:prstGeom prst="rect">
              <a:avLst/>
            </a:prstGeom>
          </p:spPr>
        </p:pic>
        <p:sp>
          <p:nvSpPr>
            <p:cNvPr id="71" name="Shape 4">
              <a:extLst>
                <a:ext uri="{FF2B5EF4-FFF2-40B4-BE49-F238E27FC236}">
                  <a16:creationId xmlns:a16="http://schemas.microsoft.com/office/drawing/2014/main" id="{3BDB7E26-B9B6-6DAA-F137-22D464AA0090}"/>
                </a:ext>
              </a:extLst>
            </p:cNvPr>
            <p:cNvSpPr/>
            <p:nvPr/>
          </p:nvSpPr>
          <p:spPr>
            <a:xfrm>
              <a:off x="2792035" y="2937743"/>
              <a:ext cx="3476549" cy="1842155"/>
            </a:xfrm>
            <a:prstGeom prst="rect">
              <a:avLst/>
            </a:prstGeom>
            <a:solidFill>
              <a:srgbClr val="EFF6FF"/>
            </a:solidFill>
            <a:ln/>
          </p:spPr>
        </p:sp>
        <p:pic>
          <p:nvPicPr>
            <p:cNvPr id="72" name="Image 2" descr="preencoded.png">
              <a:extLst>
                <a:ext uri="{FF2B5EF4-FFF2-40B4-BE49-F238E27FC236}">
                  <a16:creationId xmlns:a16="http://schemas.microsoft.com/office/drawing/2014/main" id="{815A89E7-8403-0277-6D38-AA03A732F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131270" y="3053196"/>
              <a:ext cx="666598" cy="775810"/>
            </a:xfrm>
            <a:prstGeom prst="rect">
              <a:avLst/>
            </a:prstGeom>
          </p:spPr>
        </p:pic>
        <p:pic>
          <p:nvPicPr>
            <p:cNvPr id="73" name="Image 3" descr="preencoded.png">
              <a:extLst>
                <a:ext uri="{FF2B5EF4-FFF2-40B4-BE49-F238E27FC236}">
                  <a16:creationId xmlns:a16="http://schemas.microsoft.com/office/drawing/2014/main" id="{E4603A07-A0B5-54FC-A784-42309E3D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331524" y="3249721"/>
              <a:ext cx="267005" cy="379944"/>
            </a:xfrm>
            <a:prstGeom prst="rect">
              <a:avLst/>
            </a:prstGeom>
          </p:spPr>
        </p:pic>
        <p:sp>
          <p:nvSpPr>
            <p:cNvPr id="74" name="Text 6">
              <a:extLst>
                <a:ext uri="{FF2B5EF4-FFF2-40B4-BE49-F238E27FC236}">
                  <a16:creationId xmlns:a16="http://schemas.microsoft.com/office/drawing/2014/main" id="{4C6B631F-BFEC-3535-FB08-0D9E7CDBD29F}"/>
                </a:ext>
              </a:extLst>
            </p:cNvPr>
            <p:cNvSpPr txBox="1"/>
            <p:nvPr/>
          </p:nvSpPr>
          <p:spPr>
            <a:xfrm>
              <a:off x="3724780" y="3883350"/>
              <a:ext cx="1484727" cy="4571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상관관계</a:t>
              </a:r>
              <a:endParaRPr lang="en-US" sz="1600" dirty="0"/>
            </a:p>
          </p:txBody>
        </p:sp>
        <p:sp>
          <p:nvSpPr>
            <p:cNvPr id="75" name="Text 8">
              <a:extLst>
                <a:ext uri="{FF2B5EF4-FFF2-40B4-BE49-F238E27FC236}">
                  <a16:creationId xmlns:a16="http://schemas.microsoft.com/office/drawing/2014/main" id="{DB2CE15A-333D-0244-5425-9AC0FEC323CE}"/>
                </a:ext>
              </a:extLst>
            </p:cNvPr>
            <p:cNvSpPr/>
            <p:nvPr/>
          </p:nvSpPr>
          <p:spPr>
            <a:xfrm>
              <a:off x="3408297" y="4283779"/>
              <a:ext cx="224934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01600" tIns="38100" rIns="101600" bIns="38100" rtlCol="0" anchor="ctr"/>
            <a:lstStyle/>
            <a:p>
              <a:pPr algn="ctr"/>
              <a:r>
                <a:rPr lang="en-US" altLang="ko-KR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RUL</a:t>
              </a:r>
              <a:r>
                <a:rPr lang="ko-KR" altLang="en-US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 </a:t>
              </a:r>
              <a:r>
                <a:rPr lang="en-US" altLang="ko-KR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</a:t>
              </a:r>
              <a:r>
                <a:rPr lang="ko-KR" altLang="en-US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 상관관계</a:t>
              </a:r>
              <a:endParaRPr lang="en-US" altLang="ko-KR" sz="1050" dirty="0"/>
            </a:p>
          </p:txBody>
        </p:sp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C82A8010-DDCD-6DA9-BF44-0883AA5AA726}"/>
                </a:ext>
              </a:extLst>
            </p:cNvPr>
            <p:cNvSpPr txBox="1"/>
            <p:nvPr/>
          </p:nvSpPr>
          <p:spPr>
            <a:xfrm>
              <a:off x="3040833" y="5085508"/>
              <a:ext cx="2978951" cy="1544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RUL</a:t>
              </a:r>
              <a:r>
                <a:rPr lang="ko-KR" altLang="en-US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과의 상관관계가 매우 낮은 센서는 예측에 유의미한 정보를 제공하지 않을 가능성이 있음</a:t>
              </a:r>
              <a:endParaRPr lang="en-US" altLang="ko-KR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endPara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RUL</a:t>
              </a:r>
              <a:r>
                <a:rPr lang="ko-KR" alt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과의 상관계수 ≃</a:t>
              </a:r>
              <a:r>
                <a:rPr lang="en-US" altLang="ko-KR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</a:t>
              </a: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sensor1, sensor5, sensor10</a:t>
              </a: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sensor16, sensor18, sensor19</a:t>
              </a:r>
            </a:p>
          </p:txBody>
        </p:sp>
      </p:grpSp>
      <p:sp>
        <p:nvSpPr>
          <p:cNvPr id="86" name="Shape 18">
            <a:extLst>
              <a:ext uri="{FF2B5EF4-FFF2-40B4-BE49-F238E27FC236}">
                <a16:creationId xmlns:a16="http://schemas.microsoft.com/office/drawing/2014/main" id="{D81AD2F3-D65D-DD90-E249-E26F1A2B08A1}"/>
              </a:ext>
            </a:extLst>
          </p:cNvPr>
          <p:cNvSpPr/>
          <p:nvPr/>
        </p:nvSpPr>
        <p:spPr>
          <a:xfrm>
            <a:off x="4784142" y="3423114"/>
            <a:ext cx="38405" cy="847649"/>
          </a:xfrm>
          <a:prstGeom prst="roundRect">
            <a:avLst>
              <a:gd name="adj" fmla="val 321026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B070523C-41E0-4CCD-A8F7-12BA786FB1B5}"/>
              </a:ext>
            </a:extLst>
          </p:cNvPr>
          <p:cNvSpPr txBox="1"/>
          <p:nvPr/>
        </p:nvSpPr>
        <p:spPr>
          <a:xfrm>
            <a:off x="4964278" y="3519126"/>
            <a:ext cx="2904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 대상: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0 (무변화 센서)</a:t>
            </a:r>
            <a:endParaRPr lang="en-US" sz="1400" dirty="0"/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BCBC276B-C0FE-8714-A39F-E7FC4B3F81FA}"/>
              </a:ext>
            </a:extLst>
          </p:cNvPr>
          <p:cNvSpPr txBox="1"/>
          <p:nvPr/>
        </p:nvSpPr>
        <p:spPr>
          <a:xfrm>
            <a:off x="4964278" y="3871170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sensor1, 5, 10, 16, 18, 19</a:t>
            </a:r>
            <a:endParaRPr lang="en-US" sz="1400" dirty="0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E81CAAF-50B3-5831-F409-F74A39D52186}"/>
              </a:ext>
            </a:extLst>
          </p:cNvPr>
          <p:cNvGrpSpPr/>
          <p:nvPr/>
        </p:nvGrpSpPr>
        <p:grpSpPr>
          <a:xfrm>
            <a:off x="4690313" y="2918172"/>
            <a:ext cx="3036745" cy="3344511"/>
            <a:chOff x="2800499" y="2871158"/>
            <a:chExt cx="3492094" cy="4302252"/>
          </a:xfrm>
        </p:grpSpPr>
        <p:pic>
          <p:nvPicPr>
            <p:cNvPr id="90" name="Image 1" descr="preencoded.png">
              <a:extLst>
                <a:ext uri="{FF2B5EF4-FFF2-40B4-BE49-F238E27FC236}">
                  <a16:creationId xmlns:a16="http://schemas.microsoft.com/office/drawing/2014/main" id="{240AADAB-9C48-67F7-4EAD-4C95BB950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4" b="-4"/>
            <a:stretch/>
          </p:blipFill>
          <p:spPr>
            <a:xfrm>
              <a:off x="2800499" y="2871158"/>
              <a:ext cx="3492094" cy="4302252"/>
            </a:xfrm>
            <a:prstGeom prst="rect">
              <a:avLst/>
            </a:prstGeom>
          </p:spPr>
        </p:pic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564E3318-E087-657F-67FC-89B589754DE3}"/>
                </a:ext>
              </a:extLst>
            </p:cNvPr>
            <p:cNvSpPr/>
            <p:nvPr/>
          </p:nvSpPr>
          <p:spPr>
            <a:xfrm>
              <a:off x="2816044" y="2932354"/>
              <a:ext cx="3476549" cy="1878397"/>
            </a:xfrm>
            <a:prstGeom prst="rect">
              <a:avLst/>
            </a:prstGeom>
            <a:solidFill>
              <a:srgbClr val="EFF6FF"/>
            </a:solidFill>
            <a:ln/>
          </p:spPr>
        </p:sp>
        <p:pic>
          <p:nvPicPr>
            <p:cNvPr id="92" name="Image 2" descr="preencoded.png">
              <a:extLst>
                <a:ext uri="{FF2B5EF4-FFF2-40B4-BE49-F238E27FC236}">
                  <a16:creationId xmlns:a16="http://schemas.microsoft.com/office/drawing/2014/main" id="{46669FD7-819E-1594-220C-54D91FE6E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219648" y="3060886"/>
              <a:ext cx="666597" cy="775810"/>
            </a:xfrm>
            <a:prstGeom prst="rect">
              <a:avLst/>
            </a:prstGeom>
          </p:spPr>
        </p:pic>
        <p:pic>
          <p:nvPicPr>
            <p:cNvPr id="93" name="Image 3" descr="preencoded.png">
              <a:extLst>
                <a:ext uri="{FF2B5EF4-FFF2-40B4-BE49-F238E27FC236}">
                  <a16:creationId xmlns:a16="http://schemas.microsoft.com/office/drawing/2014/main" id="{FA7A715A-59F4-1183-0831-9556A5375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419902" y="3257412"/>
              <a:ext cx="267005" cy="379944"/>
            </a:xfrm>
            <a:prstGeom prst="rect">
              <a:avLst/>
            </a:prstGeom>
          </p:spPr>
        </p:pic>
        <p:sp>
          <p:nvSpPr>
            <p:cNvPr id="94" name="Text 6">
              <a:extLst>
                <a:ext uri="{FF2B5EF4-FFF2-40B4-BE49-F238E27FC236}">
                  <a16:creationId xmlns:a16="http://schemas.microsoft.com/office/drawing/2014/main" id="{5D1D713D-3851-314F-5F1F-319782E95A73}"/>
                </a:ext>
              </a:extLst>
            </p:cNvPr>
            <p:cNvSpPr txBox="1"/>
            <p:nvPr/>
          </p:nvSpPr>
          <p:spPr>
            <a:xfrm>
              <a:off x="3840923" y="3882991"/>
              <a:ext cx="1484727" cy="4571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열화패턴</a:t>
              </a:r>
              <a:r>
                <a:rPr lang="en-US" altLang="ko-KR" sz="1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그래프</a:t>
              </a:r>
              <a:endParaRPr lang="en-US" sz="1400" dirty="0"/>
            </a:p>
          </p:txBody>
        </p:sp>
        <p:sp>
          <p:nvSpPr>
            <p:cNvPr id="95" name="Text 8">
              <a:extLst>
                <a:ext uri="{FF2B5EF4-FFF2-40B4-BE49-F238E27FC236}">
                  <a16:creationId xmlns:a16="http://schemas.microsoft.com/office/drawing/2014/main" id="{E792AC76-8126-7DAE-D981-6AD73B4E26A3}"/>
                </a:ext>
              </a:extLst>
            </p:cNvPr>
            <p:cNvSpPr/>
            <p:nvPr/>
          </p:nvSpPr>
          <p:spPr>
            <a:xfrm>
              <a:off x="3429644" y="4274336"/>
              <a:ext cx="2249348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01600" tIns="38100" rIns="101600" bIns="38100" rtlCol="0" anchor="ctr"/>
            <a:lstStyle/>
            <a:p>
              <a:pPr algn="ctr"/>
              <a:r>
                <a:rPr lang="en-US" altLang="ko-KR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Cycle</a:t>
              </a:r>
              <a:r>
                <a:rPr lang="ko-KR" altLang="en-US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에 따른  </a:t>
              </a:r>
              <a:r>
                <a:rPr lang="en-US" altLang="ko-KR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</a:t>
              </a:r>
              <a:r>
                <a:rPr lang="ko-KR" altLang="en-US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 분포</a:t>
              </a:r>
              <a:endParaRPr lang="en-US" altLang="ko-KR" sz="1050" dirty="0"/>
            </a:p>
          </p:txBody>
        </p:sp>
        <p:sp>
          <p:nvSpPr>
            <p:cNvPr id="96" name="Text 10">
              <a:extLst>
                <a:ext uri="{FF2B5EF4-FFF2-40B4-BE49-F238E27FC236}">
                  <a16:creationId xmlns:a16="http://schemas.microsoft.com/office/drawing/2014/main" id="{CAB03B9E-9F0A-90BE-853D-734B84DD6C68}"/>
                </a:ext>
              </a:extLst>
            </p:cNvPr>
            <p:cNvSpPr txBox="1"/>
            <p:nvPr/>
          </p:nvSpPr>
          <p:spPr>
            <a:xfrm>
              <a:off x="3009480" y="4809220"/>
              <a:ext cx="3200095" cy="23145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ko-KR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Cycle </a:t>
              </a:r>
              <a:r>
                <a:rPr lang="ko-KR" altLang="en-US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증가에 따라 열화 패턴을 보이지 않는 센서는 </a:t>
              </a:r>
              <a:r>
                <a:rPr lang="en-US" altLang="ko-KR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RUL </a:t>
              </a:r>
              <a:r>
                <a:rPr lang="ko-KR" altLang="en-US" sz="1050" b="1" dirty="0">
                  <a:solidFill>
                    <a:srgbClr val="4B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예측에 활용도가 낮음</a:t>
              </a:r>
              <a:endParaRPr lang="en-US" altLang="ko-KR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endParaRPr>
            </a:p>
            <a:p>
              <a:pPr marL="0" indent="0" algn="l">
                <a:buNone/>
              </a:pPr>
              <a:endPara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무변화 센서</a:t>
              </a:r>
              <a:r>
                <a:rPr lang="en-US" altLang="ko-KR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</a:t>
              </a: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sensor1, sensor5, sensor10, </a:t>
              </a: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sensor16, sensor18, sensor19</a:t>
              </a:r>
            </a:p>
            <a:p>
              <a:pPr marL="0" indent="0" algn="l">
                <a:buNone/>
              </a:pPr>
              <a:r>
                <a:rPr lang="en-US" sz="5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불규칙 변동 센서</a:t>
              </a:r>
              <a:r>
                <a:rPr lang="en-US" altLang="ko-KR" sz="1100" b="1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</a:t>
              </a:r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Sensor6, sensor9, sensor14</a:t>
              </a:r>
            </a:p>
          </p:txBody>
        </p:sp>
      </p:grpSp>
      <p:sp>
        <p:nvSpPr>
          <p:cNvPr id="121" name="Shape 18">
            <a:extLst>
              <a:ext uri="{FF2B5EF4-FFF2-40B4-BE49-F238E27FC236}">
                <a16:creationId xmlns:a16="http://schemas.microsoft.com/office/drawing/2014/main" id="{2A9C9D75-3E8A-5C14-96DA-F85E7E2AAE59}"/>
              </a:ext>
            </a:extLst>
          </p:cNvPr>
          <p:cNvSpPr/>
          <p:nvPr/>
        </p:nvSpPr>
        <p:spPr>
          <a:xfrm>
            <a:off x="8236058" y="3476736"/>
            <a:ext cx="38405" cy="847649"/>
          </a:xfrm>
          <a:prstGeom prst="roundRect">
            <a:avLst>
              <a:gd name="adj" fmla="val 321026"/>
            </a:avLst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C8BE7699-D052-B9AE-5588-290A566DA616}"/>
              </a:ext>
            </a:extLst>
          </p:cNvPr>
          <p:cNvSpPr txBox="1"/>
          <p:nvPr/>
        </p:nvSpPr>
        <p:spPr>
          <a:xfrm>
            <a:off x="8416194" y="3572748"/>
            <a:ext cx="2904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 대상: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0 (무변화 센서)</a:t>
            </a:r>
            <a:endParaRPr lang="en-US" sz="1400" dirty="0"/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0DCB0856-060D-3C7F-42C8-27834EDB2B4A}"/>
              </a:ext>
            </a:extLst>
          </p:cNvPr>
          <p:cNvSpPr txBox="1"/>
          <p:nvPr/>
        </p:nvSpPr>
        <p:spPr>
          <a:xfrm>
            <a:off x="8416194" y="3924792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센서:</a:t>
            </a: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sensor1, 5, 10, 16, 18, 19</a:t>
            </a:r>
            <a:endParaRPr lang="en-US" sz="1400" dirty="0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BED9585-5DF8-F296-E847-B8C028C5A062}"/>
              </a:ext>
            </a:extLst>
          </p:cNvPr>
          <p:cNvGrpSpPr/>
          <p:nvPr/>
        </p:nvGrpSpPr>
        <p:grpSpPr>
          <a:xfrm>
            <a:off x="8186679" y="2907971"/>
            <a:ext cx="3036745" cy="3301091"/>
            <a:chOff x="2800499" y="2871158"/>
            <a:chExt cx="3492094" cy="4302252"/>
          </a:xfrm>
        </p:grpSpPr>
        <p:pic>
          <p:nvPicPr>
            <p:cNvPr id="125" name="Image 1" descr="preencoded.png">
              <a:extLst>
                <a:ext uri="{FF2B5EF4-FFF2-40B4-BE49-F238E27FC236}">
                  <a16:creationId xmlns:a16="http://schemas.microsoft.com/office/drawing/2014/main" id="{EF56867A-3C42-81CC-21B8-0AADC5F66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4" b="-4"/>
            <a:stretch/>
          </p:blipFill>
          <p:spPr>
            <a:xfrm>
              <a:off x="2800499" y="2871158"/>
              <a:ext cx="3492094" cy="4302252"/>
            </a:xfrm>
            <a:prstGeom prst="rect">
              <a:avLst/>
            </a:prstGeom>
          </p:spPr>
        </p:pic>
        <p:sp>
          <p:nvSpPr>
            <p:cNvPr id="126" name="Shape 4">
              <a:extLst>
                <a:ext uri="{FF2B5EF4-FFF2-40B4-BE49-F238E27FC236}">
                  <a16:creationId xmlns:a16="http://schemas.microsoft.com/office/drawing/2014/main" id="{10AABF19-22A5-C418-128B-12F3E441AD18}"/>
                </a:ext>
              </a:extLst>
            </p:cNvPr>
            <p:cNvSpPr/>
            <p:nvPr/>
          </p:nvSpPr>
          <p:spPr>
            <a:xfrm>
              <a:off x="2816044" y="2932354"/>
              <a:ext cx="3476549" cy="1878397"/>
            </a:xfrm>
            <a:prstGeom prst="rect">
              <a:avLst/>
            </a:prstGeom>
            <a:solidFill>
              <a:srgbClr val="EFF6FF"/>
            </a:solidFill>
            <a:ln/>
          </p:spPr>
        </p:sp>
        <p:pic>
          <p:nvPicPr>
            <p:cNvPr id="127" name="Image 2" descr="preencoded.png">
              <a:extLst>
                <a:ext uri="{FF2B5EF4-FFF2-40B4-BE49-F238E27FC236}">
                  <a16:creationId xmlns:a16="http://schemas.microsoft.com/office/drawing/2014/main" id="{A15C4C6B-40E3-30D0-C1CB-7F913C336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219648" y="3060886"/>
              <a:ext cx="666597" cy="775810"/>
            </a:xfrm>
            <a:prstGeom prst="rect">
              <a:avLst/>
            </a:prstGeom>
          </p:spPr>
        </p:pic>
        <p:pic>
          <p:nvPicPr>
            <p:cNvPr id="128" name="Image 3" descr="preencoded.png">
              <a:extLst>
                <a:ext uri="{FF2B5EF4-FFF2-40B4-BE49-F238E27FC236}">
                  <a16:creationId xmlns:a16="http://schemas.microsoft.com/office/drawing/2014/main" id="{791DE450-EC85-4E48-382C-74F29017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419902" y="3257412"/>
              <a:ext cx="267005" cy="379944"/>
            </a:xfrm>
            <a:prstGeom prst="rect">
              <a:avLst/>
            </a:prstGeom>
          </p:spPr>
        </p:pic>
        <p:sp>
          <p:nvSpPr>
            <p:cNvPr id="129" name="Text 6">
              <a:extLst>
                <a:ext uri="{FF2B5EF4-FFF2-40B4-BE49-F238E27FC236}">
                  <a16:creationId xmlns:a16="http://schemas.microsoft.com/office/drawing/2014/main" id="{3D2A82BC-046F-823E-2D00-E6DB9A271073}"/>
                </a:ext>
              </a:extLst>
            </p:cNvPr>
            <p:cNvSpPr txBox="1"/>
            <p:nvPr/>
          </p:nvSpPr>
          <p:spPr>
            <a:xfrm>
              <a:off x="3574397" y="3883784"/>
              <a:ext cx="2060429" cy="4571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Feature importance</a:t>
              </a:r>
              <a:endParaRPr lang="en-US" sz="1400" dirty="0"/>
            </a:p>
          </p:txBody>
        </p:sp>
        <p:sp>
          <p:nvSpPr>
            <p:cNvPr id="130" name="Text 8">
              <a:extLst>
                <a:ext uri="{FF2B5EF4-FFF2-40B4-BE49-F238E27FC236}">
                  <a16:creationId xmlns:a16="http://schemas.microsoft.com/office/drawing/2014/main" id="{ADFA3864-6AB6-0C1F-E540-FBE662A125D8}"/>
                </a:ext>
              </a:extLst>
            </p:cNvPr>
            <p:cNvSpPr/>
            <p:nvPr/>
          </p:nvSpPr>
          <p:spPr>
            <a:xfrm>
              <a:off x="3429644" y="4288312"/>
              <a:ext cx="2376360" cy="28222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01600" tIns="38100" rIns="101600" bIns="38100" rtlCol="0" anchor="ctr"/>
            <a:lstStyle/>
            <a:p>
              <a:pPr algn="ctr"/>
              <a:r>
                <a:rPr lang="en-US" altLang="ko-KR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Baseline </a:t>
              </a:r>
              <a:r>
                <a:rPr lang="ko-KR" altLang="en-US" sz="10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 기반 중요도 분석</a:t>
              </a:r>
              <a:endParaRPr lang="en-US" altLang="ko-KR" sz="1050" dirty="0"/>
            </a:p>
          </p:txBody>
        </p:sp>
        <p:sp>
          <p:nvSpPr>
            <p:cNvPr id="131" name="Text 10">
              <a:extLst>
                <a:ext uri="{FF2B5EF4-FFF2-40B4-BE49-F238E27FC236}">
                  <a16:creationId xmlns:a16="http://schemas.microsoft.com/office/drawing/2014/main" id="{1C8653DA-2A26-CD5A-86E1-728222CA0F1F}"/>
                </a:ext>
              </a:extLst>
            </p:cNvPr>
            <p:cNvSpPr txBox="1"/>
            <p:nvPr/>
          </p:nvSpPr>
          <p:spPr>
            <a:xfrm>
              <a:off x="3197431" y="5259154"/>
              <a:ext cx="2978951" cy="1544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altLang="ko-KR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</p:txBody>
        </p:sp>
      </p:grp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AE59F664-7871-A7F6-788A-B246D729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35236"/>
              </p:ext>
            </p:extLst>
          </p:nvPr>
        </p:nvGraphicFramePr>
        <p:xfrm>
          <a:off x="8191608" y="5013423"/>
          <a:ext cx="3023226" cy="975360"/>
        </p:xfrm>
        <a:graphic>
          <a:graphicData uri="http://schemas.openxmlformats.org/drawingml/2006/table">
            <a:tbl>
              <a:tblPr/>
              <a:tblGrid>
                <a:gridCol w="755806">
                  <a:extLst>
                    <a:ext uri="{9D8B030D-6E8A-4147-A177-3AD203B41FA5}">
                      <a16:colId xmlns:a16="http://schemas.microsoft.com/office/drawing/2014/main" val="959457385"/>
                    </a:ext>
                  </a:extLst>
                </a:gridCol>
                <a:gridCol w="722159">
                  <a:extLst>
                    <a:ext uri="{9D8B030D-6E8A-4147-A177-3AD203B41FA5}">
                      <a16:colId xmlns:a16="http://schemas.microsoft.com/office/drawing/2014/main" val="839251753"/>
                    </a:ext>
                  </a:extLst>
                </a:gridCol>
                <a:gridCol w="789455">
                  <a:extLst>
                    <a:ext uri="{9D8B030D-6E8A-4147-A177-3AD203B41FA5}">
                      <a16:colId xmlns:a16="http://schemas.microsoft.com/office/drawing/2014/main" val="3066542761"/>
                    </a:ext>
                  </a:extLst>
                </a:gridCol>
                <a:gridCol w="755806">
                  <a:extLst>
                    <a:ext uri="{9D8B030D-6E8A-4147-A177-3AD203B41FA5}">
                      <a16:colId xmlns:a16="http://schemas.microsoft.com/office/drawing/2014/main" val="2357879938"/>
                    </a:ext>
                  </a:extLst>
                </a:gridCol>
              </a:tblGrid>
              <a:tr h="183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0.003691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05320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25020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572426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b="1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sensor18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22023"/>
                  </a:ext>
                </a:extLst>
              </a:tr>
            </a:tbl>
          </a:graphicData>
        </a:graphic>
      </p:graphicFrame>
      <p:sp>
        <p:nvSpPr>
          <p:cNvPr id="134" name="TextBox 133">
            <a:extLst>
              <a:ext uri="{FF2B5EF4-FFF2-40B4-BE49-F238E27FC236}">
                <a16:creationId xmlns:a16="http://schemas.microsoft.com/office/drawing/2014/main" id="{831A1F21-B13B-8976-F4FA-B09B121D9A6B}"/>
              </a:ext>
            </a:extLst>
          </p:cNvPr>
          <p:cNvSpPr txBox="1"/>
          <p:nvPr/>
        </p:nvSpPr>
        <p:spPr>
          <a:xfrm>
            <a:off x="8439285" y="4525868"/>
            <a:ext cx="25905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Feature Importance </a:t>
            </a:r>
            <a:r>
              <a:rPr lang="ko-KR" altLang="en-US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결과 </a:t>
            </a:r>
            <a:r>
              <a:rPr lang="en-US" altLang="ko-KR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(</a:t>
            </a:r>
            <a:r>
              <a:rPr lang="ko-KR" altLang="en-US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하위 센서</a:t>
            </a:r>
            <a:r>
              <a:rPr lang="en-US" altLang="ko-KR" sz="1050" b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)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ECA5B246-F3BD-A4FF-BE22-2F049752A70A}"/>
              </a:ext>
            </a:extLst>
          </p:cNvPr>
          <p:cNvGrpSpPr/>
          <p:nvPr/>
        </p:nvGrpSpPr>
        <p:grpSpPr>
          <a:xfrm>
            <a:off x="7084949" y="2020433"/>
            <a:ext cx="1020613" cy="349739"/>
            <a:chOff x="7453274" y="4549617"/>
            <a:chExt cx="1020613" cy="349739"/>
          </a:xfrm>
        </p:grpSpPr>
        <p:sp>
          <p:nvSpPr>
            <p:cNvPr id="140" name="Shape 16">
              <a:extLst>
                <a:ext uri="{FF2B5EF4-FFF2-40B4-BE49-F238E27FC236}">
                  <a16:creationId xmlns:a16="http://schemas.microsoft.com/office/drawing/2014/main" id="{91DF93A4-4973-6D73-90B9-D704BC546BCE}"/>
                </a:ext>
              </a:extLst>
            </p:cNvPr>
            <p:cNvSpPr/>
            <p:nvPr/>
          </p:nvSpPr>
          <p:spPr>
            <a:xfrm>
              <a:off x="7453274" y="4609490"/>
              <a:ext cx="972007" cy="289866"/>
            </a:xfrm>
            <a:prstGeom prst="roundRect">
              <a:avLst>
                <a:gd name="adj" fmla="val 273973"/>
              </a:avLst>
            </a:prstGeom>
            <a:solidFill>
              <a:srgbClr val="E5E7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41" name="Text 17">
              <a:extLst>
                <a:ext uri="{FF2B5EF4-FFF2-40B4-BE49-F238E27FC236}">
                  <a16:creationId xmlns:a16="http://schemas.microsoft.com/office/drawing/2014/main" id="{C1826638-6308-17AA-8BDE-028B30C10D23}"/>
                </a:ext>
              </a:extLst>
            </p:cNvPr>
            <p:cNvSpPr/>
            <p:nvPr/>
          </p:nvSpPr>
          <p:spPr>
            <a:xfrm>
              <a:off x="7664396" y="4549617"/>
              <a:ext cx="809491" cy="27706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39700" tIns="63500" rIns="139700" bIns="6350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sensor19</a:t>
              </a:r>
              <a:endParaRPr lang="en-US" sz="900" dirty="0"/>
            </a:p>
          </p:txBody>
        </p:sp>
        <p:pic>
          <p:nvPicPr>
            <p:cNvPr id="142" name="Image 6" descr="preencoded.png">
              <a:extLst>
                <a:ext uri="{FF2B5EF4-FFF2-40B4-BE49-F238E27FC236}">
                  <a16:creationId xmlns:a16="http://schemas.microsoft.com/office/drawing/2014/main" id="{66DE6D4C-0F0B-C4ED-CCC9-03D58AA0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559562" y="4674630"/>
              <a:ext cx="151862" cy="151862"/>
            </a:xfrm>
            <a:prstGeom prst="rect">
              <a:avLst/>
            </a:prstGeom>
          </p:spPr>
        </p:pic>
      </p:grpSp>
      <p:sp>
        <p:nvSpPr>
          <p:cNvPr id="143" name="Shape 14">
            <a:extLst>
              <a:ext uri="{FF2B5EF4-FFF2-40B4-BE49-F238E27FC236}">
                <a16:creationId xmlns:a16="http://schemas.microsoft.com/office/drawing/2014/main" id="{5A52B17C-6693-1406-A031-6D4D42DFADF4}"/>
              </a:ext>
            </a:extLst>
          </p:cNvPr>
          <p:cNvSpPr/>
          <p:nvPr/>
        </p:nvSpPr>
        <p:spPr>
          <a:xfrm>
            <a:off x="465880" y="2522295"/>
            <a:ext cx="400507" cy="400507"/>
          </a:xfrm>
          <a:prstGeom prst="ellipse">
            <a:avLst/>
          </a:prstGeom>
          <a:solidFill>
            <a:srgbClr val="F0F4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707E9982-FB4F-9B3A-9355-8556AEB7BA3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4457" y="2639591"/>
            <a:ext cx="198015" cy="198015"/>
          </a:xfrm>
          <a:prstGeom prst="rect">
            <a:avLst/>
          </a:prstGeom>
        </p:spPr>
      </p:pic>
      <p:sp>
        <p:nvSpPr>
          <p:cNvPr id="26" name="Shape 1">
            <a:extLst>
              <a:ext uri="{FF2B5EF4-FFF2-40B4-BE49-F238E27FC236}">
                <a16:creationId xmlns:a16="http://schemas.microsoft.com/office/drawing/2014/main" id="{9BBF6A30-3DEC-ACA6-E8F2-D05A227EF852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9C3AC1DB-9467-2DAD-572F-D873B89B76BE}"/>
              </a:ext>
            </a:extLst>
          </p:cNvPr>
          <p:cNvSpPr txBox="1"/>
          <p:nvPr/>
        </p:nvSpPr>
        <p:spPr>
          <a:xfrm>
            <a:off x="571500" y="247802"/>
            <a:ext cx="4080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Feature Engineering</a:t>
            </a:r>
            <a:endParaRPr lang="en-US" sz="2400" dirty="0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1B75A641-7433-0208-D5F4-FC3E2835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9BF58C9A-930E-5ED9-D0A2-30820C6D6A6B}"/>
              </a:ext>
            </a:extLst>
          </p:cNvPr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13043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8332-FBCB-518B-AF3D-FCF4D6B7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CD33F4B9-1BCE-221C-C811-F26798A0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47676"/>
            <a:ext cx="12191695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C1F1659-7B7E-0E7C-21B4-8BE8203ED6C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CC5F202-F59C-6203-542B-541495EF4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A95E346B-F4FB-C580-1EE8-C94413693645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8FA7043-15D7-4962-522A-65C2202E22CC}"/>
              </a:ext>
            </a:extLst>
          </p:cNvPr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Final Selected Features</a:t>
            </a: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A1A7CA4F-05B0-2C6F-F4DB-E98377C73695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9B585C95-85EA-FBD4-2001-547310A2FC5B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7C87FC2-63A8-0C99-E783-212DE52A81BC}"/>
              </a:ext>
            </a:extLst>
          </p:cNvPr>
          <p:cNvSpPr/>
          <p:nvPr/>
        </p:nvSpPr>
        <p:spPr>
          <a:xfrm>
            <a:off x="1078345" y="1722214"/>
            <a:ext cx="4310414" cy="4302728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5E266BA7-F7C5-61EC-7B4D-3199E58E165E}"/>
              </a:ext>
            </a:extLst>
          </p:cNvPr>
          <p:cNvSpPr/>
          <p:nvPr/>
        </p:nvSpPr>
        <p:spPr>
          <a:xfrm>
            <a:off x="6535864" y="1722215"/>
            <a:ext cx="4310414" cy="4240588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139700" dist="38100" dir="16200000" algn="bl" rotWithShape="0">
              <a:srgbClr val="000000">
                <a:alpha val="5000"/>
              </a:srgbClr>
            </a:outerShdw>
            <a:softEdge rad="12700"/>
          </a:effectLst>
        </p:spPr>
      </p:sp>
      <p:pic>
        <p:nvPicPr>
          <p:cNvPr id="30" name="Image 7" descr="preencoded.png">
            <a:extLst>
              <a:ext uri="{FF2B5EF4-FFF2-40B4-BE49-F238E27FC236}">
                <a16:creationId xmlns:a16="http://schemas.microsoft.com/office/drawing/2014/main" id="{060F6860-3078-9191-549E-05B17B510F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1378" y="3590849"/>
            <a:ext cx="571500" cy="571500"/>
          </a:xfrm>
          <a:prstGeom prst="rect">
            <a:avLst/>
          </a:prstGeom>
        </p:spPr>
      </p:pic>
      <p:pic>
        <p:nvPicPr>
          <p:cNvPr id="31" name="Image 8" descr="preencoded.png">
            <a:extLst>
              <a:ext uri="{FF2B5EF4-FFF2-40B4-BE49-F238E27FC236}">
                <a16:creationId xmlns:a16="http://schemas.microsoft.com/office/drawing/2014/main" id="{EC9DDC89-DF83-1AD0-C1E6-F5EB483CD8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5797001" y="3767283"/>
            <a:ext cx="200254" cy="228600"/>
          </a:xfrm>
          <a:prstGeom prst="rect">
            <a:avLst/>
          </a:prstGeom>
        </p:spPr>
      </p:pic>
      <p:sp>
        <p:nvSpPr>
          <p:cNvPr id="32" name="Shape 12">
            <a:extLst>
              <a:ext uri="{FF2B5EF4-FFF2-40B4-BE49-F238E27FC236}">
                <a16:creationId xmlns:a16="http://schemas.microsoft.com/office/drawing/2014/main" id="{2CE29EB3-A0E1-5E34-CA85-E2520873A73A}"/>
              </a:ext>
            </a:extLst>
          </p:cNvPr>
          <p:cNvSpPr/>
          <p:nvPr/>
        </p:nvSpPr>
        <p:spPr>
          <a:xfrm>
            <a:off x="1272922" y="1947670"/>
            <a:ext cx="3831505" cy="1042361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Raw features (25)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cycle + 3 settings  + 21 sensors 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6A49579B-6173-152B-3C04-83ECFC95D703}"/>
              </a:ext>
            </a:extLst>
          </p:cNvPr>
          <p:cNvSpPr/>
          <p:nvPr/>
        </p:nvSpPr>
        <p:spPr>
          <a:xfrm>
            <a:off x="1313202" y="3087956"/>
            <a:ext cx="3831505" cy="1401633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Removed features (8)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Setting : 3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Sensor :  1,5,6,10,16,18,19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F014E612-5BD5-BBF5-7940-BC5442DBFDF2}"/>
              </a:ext>
            </a:extLst>
          </p:cNvPr>
          <p:cNvSpPr/>
          <p:nvPr/>
        </p:nvSpPr>
        <p:spPr>
          <a:xfrm>
            <a:off x="1313203" y="4587513"/>
            <a:ext cx="3831505" cy="1267817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Engineered features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Rolling Mean, Rolling std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Difference, Lag(1, 3)</a:t>
            </a: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DF20A72A-DD34-E3A0-A80A-DE5F8570F3EC}"/>
              </a:ext>
            </a:extLst>
          </p:cNvPr>
          <p:cNvSpPr/>
          <p:nvPr/>
        </p:nvSpPr>
        <p:spPr>
          <a:xfrm>
            <a:off x="6775318" y="2279611"/>
            <a:ext cx="3831505" cy="1126709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Selected Features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Cycle + Settings (1) + sensors (14)</a:t>
            </a:r>
          </a:p>
          <a:p>
            <a:pPr algn="ctr"/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F639A588-E855-7C55-1D6C-61DD27B1194F}"/>
              </a:ext>
            </a:extLst>
          </p:cNvPr>
          <p:cNvSpPr/>
          <p:nvPr/>
        </p:nvSpPr>
        <p:spPr>
          <a:xfrm>
            <a:off x="6821140" y="3590850"/>
            <a:ext cx="3831505" cy="2080674"/>
          </a:xfrm>
          <a:prstGeom prst="roundRect">
            <a:avLst>
              <a:gd name="adj" fmla="val 2034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Feature Engineering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Rolling mean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Rolling std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Difference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Lag(1, 3)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F6DB709A-EBF8-A019-7F1A-C20496666180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2379ADC2-8D2F-0A37-A71B-55895510297D}"/>
              </a:ext>
            </a:extLst>
          </p:cNvPr>
          <p:cNvSpPr txBox="1"/>
          <p:nvPr/>
        </p:nvSpPr>
        <p:spPr>
          <a:xfrm>
            <a:off x="571500" y="247802"/>
            <a:ext cx="4080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Feature Engineering</a:t>
            </a:r>
            <a:endParaRPr lang="en-US" sz="2400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0DFAB4D8-66DD-BE06-DF7D-B4208CC8D8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1C1F0975-24A7-9FE6-2920-CAFDFFD75E8F}"/>
              </a:ext>
            </a:extLst>
          </p:cNvPr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56638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56981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3542386" y="3893515"/>
            <a:ext cx="5115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 모델을 활용한 잔여 수명 예측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202722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3598164" y="2598725"/>
            <a:ext cx="5002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Prediction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8F25-79E2-BD9A-A5B8-BE63CCFB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87453158-A09A-2785-B11A-A1C1B7EC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610" y="0"/>
            <a:ext cx="12191695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B084F1D-171A-C8A4-E74B-472077948C5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CED8BD-35A0-E8DE-C6E9-3C29910337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74348F-F4E3-1682-DA82-4F48DBFA0AC6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3EBA85-077D-ECF6-585D-5A8599D2D609}"/>
              </a:ext>
            </a:extLst>
          </p:cNvPr>
          <p:cNvSpPr txBox="1"/>
          <p:nvPr/>
        </p:nvSpPr>
        <p:spPr>
          <a:xfrm>
            <a:off x="381305" y="247802"/>
            <a:ext cx="3242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RUL Prediction</a:t>
            </a:r>
            <a:endParaRPr lang="en-US" sz="2400" dirty="0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64C55AFC-DEF6-B5D4-9FA1-EDB3B6A46BA6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D9E5AD99-6956-F87F-7605-70F6D48E9021}"/>
              </a:ext>
            </a:extLst>
          </p:cNvPr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ADCE3E64-AF7B-B978-D0C7-9350D1465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96059"/>
              </p:ext>
            </p:extLst>
          </p:nvPr>
        </p:nvGraphicFramePr>
        <p:xfrm>
          <a:off x="724205" y="1632744"/>
          <a:ext cx="10445445" cy="2441595"/>
        </p:xfrm>
        <a:graphic>
          <a:graphicData uri="http://schemas.openxmlformats.org/drawingml/2006/table">
            <a:tbl>
              <a:tblPr/>
              <a:tblGrid>
                <a:gridCol w="2050989">
                  <a:extLst>
                    <a:ext uri="{9D8B030D-6E8A-4147-A177-3AD203B41FA5}">
                      <a16:colId xmlns:a16="http://schemas.microsoft.com/office/drawing/2014/main" val="3301082767"/>
                    </a:ext>
                  </a:extLst>
                </a:gridCol>
                <a:gridCol w="2050989">
                  <a:extLst>
                    <a:ext uri="{9D8B030D-6E8A-4147-A177-3AD203B41FA5}">
                      <a16:colId xmlns:a16="http://schemas.microsoft.com/office/drawing/2014/main" val="1979621237"/>
                    </a:ext>
                  </a:extLst>
                </a:gridCol>
                <a:gridCol w="2050989">
                  <a:extLst>
                    <a:ext uri="{9D8B030D-6E8A-4147-A177-3AD203B41FA5}">
                      <a16:colId xmlns:a16="http://schemas.microsoft.com/office/drawing/2014/main" val="1215994062"/>
                    </a:ext>
                  </a:extLst>
                </a:gridCol>
                <a:gridCol w="2050989">
                  <a:extLst>
                    <a:ext uri="{9D8B030D-6E8A-4147-A177-3AD203B41FA5}">
                      <a16:colId xmlns:a16="http://schemas.microsoft.com/office/drawing/2014/main" val="2093262666"/>
                    </a:ext>
                  </a:extLst>
                </a:gridCol>
                <a:gridCol w="2241489">
                  <a:extLst>
                    <a:ext uri="{9D8B030D-6E8A-4147-A177-3AD203B41FA5}">
                      <a16:colId xmlns:a16="http://schemas.microsoft.com/office/drawing/2014/main" val="2500396108"/>
                    </a:ext>
                  </a:extLst>
                </a:gridCol>
              </a:tblGrid>
              <a:tr h="488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Setting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RMSE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MAE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R²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351905"/>
                  </a:ext>
                </a:extLst>
              </a:tr>
              <a:tr h="4883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15.978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10.849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0.853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32047"/>
                  </a:ext>
                </a:extLst>
              </a:tr>
              <a:tr h="48831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Tuned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14.406</a:t>
                      </a:r>
                      <a:endParaRPr lang="ko-KR" altLang="en-US" sz="1400" b="1" dirty="0">
                        <a:latin typeface="Arial" panose="020B0604020202020204" pitchFamily="34" charset="0"/>
                        <a:ea typeface="Noto Sans KR" panose="020B0200000000000000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10.117</a:t>
                      </a:r>
                      <a:endParaRPr lang="ko-KR" altLang="en-US" sz="1400" b="1" dirty="0">
                        <a:latin typeface="Arial" panose="020B0604020202020204" pitchFamily="34" charset="0"/>
                        <a:ea typeface="Noto Sans KR" panose="020B0200000000000000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0.881</a:t>
                      </a:r>
                      <a:endParaRPr lang="ko-KR" altLang="en-US" sz="1400" b="1" dirty="0">
                        <a:latin typeface="Arial" panose="020B0604020202020204" pitchFamily="34" charset="0"/>
                        <a:ea typeface="Noto Sans KR" panose="020B0200000000000000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96086"/>
                  </a:ext>
                </a:extLst>
              </a:tr>
              <a:tr h="4883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XGBoost</a:t>
                      </a:r>
                      <a:endParaRPr lang="en-US" sz="1400" dirty="0">
                        <a:latin typeface="Arial" panose="020B0604020202020204" pitchFamily="34" charset="0"/>
                        <a:ea typeface="Calibri Light" panose="020F03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16.084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10.909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0.851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5009"/>
                  </a:ext>
                </a:extLst>
              </a:tr>
              <a:tr h="48831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Tuned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14.782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10.248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Arial" panose="020B0604020202020204" pitchFamily="34" charset="0"/>
                          <a:ea typeface="Calibri Light" panose="020F0302020204030204" pitchFamily="34" charset="0"/>
                          <a:cs typeface="Arial" panose="020B0604020202020204" pitchFamily="34" charset="0"/>
                        </a:rPr>
                        <a:t>0.874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527554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1A3B08E-8002-0ED7-1734-0D5447173484}"/>
              </a:ext>
            </a:extLst>
          </p:cNvPr>
          <p:cNvSpPr txBox="1"/>
          <p:nvPr/>
        </p:nvSpPr>
        <p:spPr>
          <a:xfrm>
            <a:off x="3125181" y="2686138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⭐</a:t>
            </a: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1658A50F-FFC3-8027-A754-FC897A141CAE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88F57E26-1275-4905-1B0C-A7DEA81234B0}"/>
              </a:ext>
            </a:extLst>
          </p:cNvPr>
          <p:cNvSpPr txBox="1"/>
          <p:nvPr/>
        </p:nvSpPr>
        <p:spPr>
          <a:xfrm>
            <a:off x="724205" y="114300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Model Selection</a:t>
            </a:r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0500E71D-168D-19D1-CECC-BC15CF9EE604}"/>
              </a:ext>
            </a:extLst>
          </p:cNvPr>
          <p:cNvSpPr/>
          <p:nvPr/>
        </p:nvSpPr>
        <p:spPr>
          <a:xfrm>
            <a:off x="724205" y="4335483"/>
            <a:ext cx="5075250" cy="1950298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2A9920D-B38E-A204-2A58-A33C003C32FB}"/>
              </a:ext>
            </a:extLst>
          </p:cNvPr>
          <p:cNvGrpSpPr/>
          <p:nvPr/>
        </p:nvGrpSpPr>
        <p:grpSpPr>
          <a:xfrm>
            <a:off x="872004" y="5048464"/>
            <a:ext cx="527075" cy="524335"/>
            <a:chOff x="1276325" y="5025565"/>
            <a:chExt cx="527075" cy="524335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730CDE2E-32D8-F11A-D137-C29478D08027}"/>
                </a:ext>
              </a:extLst>
            </p:cNvPr>
            <p:cNvSpPr/>
            <p:nvPr/>
          </p:nvSpPr>
          <p:spPr>
            <a:xfrm>
              <a:off x="1276325" y="5025565"/>
              <a:ext cx="527075" cy="524335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6" name="그래픽 55" descr="트로피 단색으로 채워진">
              <a:extLst>
                <a:ext uri="{FF2B5EF4-FFF2-40B4-BE49-F238E27FC236}">
                  <a16:creationId xmlns:a16="http://schemas.microsoft.com/office/drawing/2014/main" id="{3237B67D-304B-A771-9262-507C5F38A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6200" y="5108140"/>
              <a:ext cx="396898" cy="396898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06D07F1-834B-A402-E0EB-6677D9F3C69B}"/>
              </a:ext>
            </a:extLst>
          </p:cNvPr>
          <p:cNvSpPr txBox="1"/>
          <p:nvPr/>
        </p:nvSpPr>
        <p:spPr>
          <a:xfrm>
            <a:off x="1484615" y="4556578"/>
            <a:ext cx="421621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선정 모델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Random Forest </a:t>
            </a:r>
          </a:p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sz="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평가 지표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(RMSE, MAE, R²)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 가장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우수한 성능을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복잡한 비선형 패턴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다양한 변수 간 상호작용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효과적으로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학습하여 데이터 구조를 안정적으로 반영하는 예측력을 확보함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endParaRPr lang="ko-KR" altLang="en-US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이상치나 노이즈가 포함된 산업 장비 데이터에서도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강건한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성능을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유지하는 특성이 있어 실제 운영 환경에 적합함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15257A4D-D0E8-4E3A-DD5B-75327899C7D1}"/>
              </a:ext>
            </a:extLst>
          </p:cNvPr>
          <p:cNvSpPr/>
          <p:nvPr/>
        </p:nvSpPr>
        <p:spPr>
          <a:xfrm>
            <a:off x="6095237" y="4325074"/>
            <a:ext cx="5075250" cy="163690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01" name="Shape 12">
            <a:extLst>
              <a:ext uri="{FF2B5EF4-FFF2-40B4-BE49-F238E27FC236}">
                <a16:creationId xmlns:a16="http://schemas.microsoft.com/office/drawing/2014/main" id="{31CAE3D1-8EA7-9259-FFC5-D1CF726743C2}"/>
              </a:ext>
            </a:extLst>
          </p:cNvPr>
          <p:cNvSpPr/>
          <p:nvPr/>
        </p:nvSpPr>
        <p:spPr>
          <a:xfrm>
            <a:off x="6094400" y="4291157"/>
            <a:ext cx="5075250" cy="1950297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4103" name="그룹 4102">
            <a:extLst>
              <a:ext uri="{FF2B5EF4-FFF2-40B4-BE49-F238E27FC236}">
                <a16:creationId xmlns:a16="http://schemas.microsoft.com/office/drawing/2014/main" id="{5D1EDED3-5D21-1A08-48C5-11B487217C01}"/>
              </a:ext>
            </a:extLst>
          </p:cNvPr>
          <p:cNvGrpSpPr/>
          <p:nvPr/>
        </p:nvGrpSpPr>
        <p:grpSpPr>
          <a:xfrm>
            <a:off x="6251179" y="5000422"/>
            <a:ext cx="527075" cy="524335"/>
            <a:chOff x="6260122" y="4881358"/>
            <a:chExt cx="527075" cy="524335"/>
          </a:xfrm>
        </p:grpSpPr>
        <p:sp>
          <p:nvSpPr>
            <p:cNvPr id="62" name="순서도: 연결자 61">
              <a:extLst>
                <a:ext uri="{FF2B5EF4-FFF2-40B4-BE49-F238E27FC236}">
                  <a16:creationId xmlns:a16="http://schemas.microsoft.com/office/drawing/2014/main" id="{3BF89BCD-CB9A-4485-06A0-BFDD4DE19387}"/>
                </a:ext>
              </a:extLst>
            </p:cNvPr>
            <p:cNvSpPr/>
            <p:nvPr/>
          </p:nvSpPr>
          <p:spPr>
            <a:xfrm>
              <a:off x="6260122" y="4881358"/>
              <a:ext cx="527075" cy="524335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097" name="그래픽 4096" descr="돋보기 단색으로 채워진">
              <a:extLst>
                <a:ext uri="{FF2B5EF4-FFF2-40B4-BE49-F238E27FC236}">
                  <a16:creationId xmlns:a16="http://schemas.microsoft.com/office/drawing/2014/main" id="{61E1F35A-3413-E56A-3D75-00A994283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17633" y="4944884"/>
              <a:ext cx="410903" cy="410903"/>
            </a:xfrm>
            <a:prstGeom prst="rect">
              <a:avLst/>
            </a:prstGeom>
          </p:spPr>
        </p:pic>
        <p:sp>
          <p:nvSpPr>
            <p:cNvPr id="4099" name="순서도: 연결자 4098">
              <a:extLst>
                <a:ext uri="{FF2B5EF4-FFF2-40B4-BE49-F238E27FC236}">
                  <a16:creationId xmlns:a16="http://schemas.microsoft.com/office/drawing/2014/main" id="{C31491AB-75E1-9490-A869-BEA56EC9B203}"/>
                </a:ext>
              </a:extLst>
            </p:cNvPr>
            <p:cNvSpPr/>
            <p:nvPr/>
          </p:nvSpPr>
          <p:spPr>
            <a:xfrm>
              <a:off x="6378572" y="5005210"/>
              <a:ext cx="208800" cy="208800"/>
            </a:xfrm>
            <a:prstGeom prst="flowChartConnector">
              <a:avLst/>
            </a:prstGeom>
            <a:solidFill>
              <a:srgbClr val="E5F9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02" name="TextBox 4101">
            <a:extLst>
              <a:ext uri="{FF2B5EF4-FFF2-40B4-BE49-F238E27FC236}">
                <a16:creationId xmlns:a16="http://schemas.microsoft.com/office/drawing/2014/main" id="{E661CEAC-449F-E8C4-8E1E-564160DC698B}"/>
              </a:ext>
            </a:extLst>
          </p:cNvPr>
          <p:cNvSpPr txBox="1"/>
          <p:nvPr/>
        </p:nvSpPr>
        <p:spPr>
          <a:xfrm>
            <a:off x="6867712" y="4550599"/>
            <a:ext cx="4219425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모델링 전략</a:t>
            </a:r>
            <a:endParaRPr lang="en-US" altLang="ko-KR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</a:p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Validation Strategy : </a:t>
            </a:r>
            <a:r>
              <a:rPr lang="en-US" altLang="ko-KR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GroupKFold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Cross Validation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 엔진의 데이터가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train/validation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분할되어 들어가지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않도록 </a:t>
            </a:r>
            <a:r>
              <a:rPr lang="en-US" altLang="ko-KR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Engine_id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기준 그룹 분할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500" dirty="0"/>
              <a:t>  </a:t>
            </a:r>
          </a:p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Optimization : </a:t>
            </a:r>
            <a:r>
              <a:rPr lang="en-US" altLang="ko-KR" sz="1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RandomizedSearchCV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넓은 매개변수 공간을 효율적으로 탐색하여 최적 파라미터 도출</a:t>
            </a:r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3AED74B8-784C-CE53-2E37-48DA03F65257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1A156BB2-5B12-539C-5C98-5D0BC9C62C81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B9AA3FCB-16D1-C13B-AC84-D4BCE8BBB932}"/>
              </a:ext>
            </a:extLst>
          </p:cNvPr>
          <p:cNvSpPr/>
          <p:nvPr/>
        </p:nvSpPr>
        <p:spPr>
          <a:xfrm>
            <a:off x="305" y="6425925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898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70A7951D-1597-72D5-1C28-84F20EEC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1305" y="247802"/>
            <a:ext cx="3242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RUL Prediction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952805"/>
            <a:ext cx="12191695" cy="55248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63446"/>
            <a:ext cx="2104949" cy="304495"/>
          </a:xfrm>
          <a:prstGeom prst="roundRect">
            <a:avLst>
              <a:gd name="adj" fmla="val 75075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002" y="1663446"/>
            <a:ext cx="205724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 Regressor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1305" y="2079244"/>
            <a:ext cx="3429000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81305" y="2079244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905" y="2193544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R² Score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09905" y="2398370"/>
            <a:ext cx="3143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0.823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09905" y="2753157"/>
            <a:ext cx="3143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Accuracy (설명력 81.5%)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1305" y="3182010"/>
            <a:ext cx="3429000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81305" y="3182010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9905" y="3296310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RMSE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09905" y="3501136"/>
            <a:ext cx="3143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16.83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09905" y="3855009"/>
            <a:ext cx="3143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Cycles (평균 제곱근 오차)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81305" y="4283862"/>
            <a:ext cx="3429000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381305" y="4283862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4398162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MAE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09905" y="4602988"/>
            <a:ext cx="3143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11.20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09905" y="4956861"/>
            <a:ext cx="3143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Cycles (평균 절대 오차)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1305" y="5385714"/>
            <a:ext cx="3429000" cy="790956"/>
          </a:xfrm>
          <a:prstGeom prst="roundRect">
            <a:avLst>
              <a:gd name="adj" fmla="val 22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2493" y="5510073"/>
            <a:ext cx="3029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 3 Features</a:t>
            </a:r>
            <a:endParaRPr lang="en-US" sz="1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533095" y="5542991"/>
            <a:ext cx="152705" cy="133502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533095" y="5786222"/>
            <a:ext cx="981151" cy="2670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33095" y="5786222"/>
            <a:ext cx="1038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1. sensor4_ma</a:t>
            </a:r>
            <a:endParaRPr lang="en-US" sz="9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1570939" y="5786222"/>
            <a:ext cx="981151" cy="2670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570939" y="5786222"/>
            <a:ext cx="1038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sensor11_ma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2608783" y="5786222"/>
            <a:ext cx="981151" cy="2670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608783" y="5786222"/>
            <a:ext cx="1038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sensor15_ma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4190695" y="1822602"/>
            <a:ext cx="7619695" cy="436260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4390949" y="2022856"/>
            <a:ext cx="7220102" cy="2991002"/>
          </a:xfrm>
          <a:prstGeom prst="roundRect">
            <a:avLst>
              <a:gd name="adj" fmla="val 155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390949" y="5156505"/>
            <a:ext cx="7220102" cy="828446"/>
          </a:xfrm>
          <a:prstGeom prst="roundRect">
            <a:avLst>
              <a:gd name="adj" fmla="val 10149"/>
            </a:avLst>
          </a:prstGeom>
          <a:solidFill>
            <a:srgbClr val="F0F9FF"/>
          </a:solidFill>
          <a:ln/>
        </p:spPr>
      </p:sp>
      <p:sp>
        <p:nvSpPr>
          <p:cNvPr id="39" name="Shape 30"/>
          <p:cNvSpPr/>
          <p:nvPr/>
        </p:nvSpPr>
        <p:spPr>
          <a:xfrm>
            <a:off x="4390949" y="5156505"/>
            <a:ext cx="38405" cy="828446"/>
          </a:xfrm>
          <a:prstGeom prst="roundRect">
            <a:avLst>
              <a:gd name="adj" fmla="val 218937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4618634" y="5270805"/>
            <a:ext cx="695492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 결과: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랜덤 포레스트 모델은 테스트 데이터셋에 대해 높은 설명력(R²)을 보이며, 실제 RUL과 예측 RUL이 대각선(y=x)을 중심으로 잘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특히 수명 말기(RUL &lt; 50) 구간에서의 예측 정확도가 중요하며, 오차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분포가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안정적임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확인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2" name="Shape 3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11448288" y="6586423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/18</a:t>
            </a:r>
            <a:endParaRPr lang="en-US" sz="9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11F8F06-E4EA-A79D-B2A5-A8A099134E2D}"/>
              </a:ext>
            </a:extLst>
          </p:cNvPr>
          <p:cNvGrpSpPr/>
          <p:nvPr/>
        </p:nvGrpSpPr>
        <p:grpSpPr>
          <a:xfrm>
            <a:off x="4361992" y="1936902"/>
            <a:ext cx="7345693" cy="3190190"/>
            <a:chOff x="-559689" y="1183386"/>
            <a:chExt cx="10817822" cy="518160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EB218E56-59EB-4120-D827-C81F3BED7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2093" y="1200608"/>
              <a:ext cx="5696040" cy="51605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7088E41E-6F47-10D9-0072-848F58874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59689" y="1183386"/>
              <a:ext cx="5124450" cy="518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Shape 15">
            <a:extLst>
              <a:ext uri="{FF2B5EF4-FFF2-40B4-BE49-F238E27FC236}">
                <a16:creationId xmlns:a16="http://schemas.microsoft.com/office/drawing/2014/main" id="{73A48E22-0204-66B1-1F77-62C716A19631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BE43BAE2-21D6-EB13-EC9F-0E0CA5BD1006}"/>
              </a:ext>
            </a:extLst>
          </p:cNvPr>
          <p:cNvSpPr/>
          <p:nvPr/>
        </p:nvSpPr>
        <p:spPr>
          <a:xfrm>
            <a:off x="0" y="640064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C4840EFB-EE9D-A183-EA40-07ADB7561972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923E0C64-6061-CCB5-62D8-E7F4FDED6A2B}"/>
              </a:ext>
            </a:extLst>
          </p:cNvPr>
          <p:cNvSpPr txBox="1"/>
          <p:nvPr/>
        </p:nvSpPr>
        <p:spPr>
          <a:xfrm>
            <a:off x="724205" y="1142999"/>
            <a:ext cx="1657045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Model Selection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22A2-5BFB-8136-6B3D-3FBD18D0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ED3CD086-B159-8C12-2F3F-2284A0B2E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1ABBC7A-473D-4020-9376-6CDDDB7BF79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31EAAA-A1C0-2ECE-007C-B4F99B61260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C99766-B33E-4E17-F7DF-7655FBAEE8A1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BF8449-FFC0-0C94-6C7D-C5680847E419}"/>
              </a:ext>
            </a:extLst>
          </p:cNvPr>
          <p:cNvSpPr txBox="1"/>
          <p:nvPr/>
        </p:nvSpPr>
        <p:spPr>
          <a:xfrm>
            <a:off x="381305" y="247802"/>
            <a:ext cx="3242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RUL Prediction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68178D-7233-BF9A-4A47-B119BD67BF36}"/>
              </a:ext>
            </a:extLst>
          </p:cNvPr>
          <p:cNvSpPr/>
          <p:nvPr/>
        </p:nvSpPr>
        <p:spPr>
          <a:xfrm>
            <a:off x="0" y="952805"/>
            <a:ext cx="12191695" cy="552480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342F611-B6FA-6713-5C21-3C424CB7F365}"/>
              </a:ext>
            </a:extLst>
          </p:cNvPr>
          <p:cNvSpPr/>
          <p:nvPr/>
        </p:nvSpPr>
        <p:spPr>
          <a:xfrm>
            <a:off x="381305" y="2079244"/>
            <a:ext cx="3429000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D3019B4-BEEB-72D4-22CB-F1911D97FAE5}"/>
              </a:ext>
            </a:extLst>
          </p:cNvPr>
          <p:cNvSpPr/>
          <p:nvPr/>
        </p:nvSpPr>
        <p:spPr>
          <a:xfrm>
            <a:off x="381305" y="2079244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A5921508-0052-79D3-E148-93B2FA13B5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786682" y="1822602"/>
            <a:ext cx="7023707" cy="4362602"/>
          </a:xfrm>
          <a:prstGeom prst="rect">
            <a:avLst/>
          </a:prstGeom>
        </p:spPr>
      </p:pic>
      <p:sp>
        <p:nvSpPr>
          <p:cNvPr id="36" name="Shape 28">
            <a:extLst>
              <a:ext uri="{FF2B5EF4-FFF2-40B4-BE49-F238E27FC236}">
                <a16:creationId xmlns:a16="http://schemas.microsoft.com/office/drawing/2014/main" id="{E542CAB3-1EFC-7AF2-7DFE-E11883312D74}"/>
              </a:ext>
            </a:extLst>
          </p:cNvPr>
          <p:cNvSpPr/>
          <p:nvPr/>
        </p:nvSpPr>
        <p:spPr>
          <a:xfrm>
            <a:off x="4942247" y="2022856"/>
            <a:ext cx="6668803" cy="2991002"/>
          </a:xfrm>
          <a:prstGeom prst="roundRect">
            <a:avLst>
              <a:gd name="adj" fmla="val 155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30147F41-3167-4A5C-A087-81B49DABEDB5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05E4AAB1-263B-8D82-702F-C37FD37A59C2}"/>
              </a:ext>
            </a:extLst>
          </p:cNvPr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ED90FEDA-2F62-A609-6112-6DAEF7BB0025}"/>
              </a:ext>
            </a:extLst>
          </p:cNvPr>
          <p:cNvSpPr txBox="1"/>
          <p:nvPr/>
        </p:nvSpPr>
        <p:spPr>
          <a:xfrm>
            <a:off x="11448288" y="6586423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/18</a:t>
            </a:r>
            <a:endParaRPr lang="en-US" sz="9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486A5CB1-16FF-3493-8E57-FA9D9A87C7F5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FDEA08A3-C7B5-0577-480F-7C8E6D76D9C9}"/>
              </a:ext>
            </a:extLst>
          </p:cNvPr>
          <p:cNvSpPr/>
          <p:nvPr/>
        </p:nvSpPr>
        <p:spPr>
          <a:xfrm>
            <a:off x="0" y="640064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1C1F2004-BD7D-4E71-FE4C-0B8FD316EE60}"/>
              </a:ext>
            </a:extLst>
          </p:cNvPr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7BF908E9-BBE4-1DCE-8A14-B38EF814E527}"/>
              </a:ext>
            </a:extLst>
          </p:cNvPr>
          <p:cNvSpPr txBox="1"/>
          <p:nvPr/>
        </p:nvSpPr>
        <p:spPr>
          <a:xfrm>
            <a:off x="724205" y="1143000"/>
            <a:ext cx="3705149" cy="21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Sharp(Feature Importance)</a:t>
            </a:r>
          </a:p>
        </p:txBody>
      </p:sp>
    </p:spTree>
    <p:extLst>
      <p:ext uri="{BB962C8B-B14F-4D97-AF65-F5344CB8AC3E}">
        <p14:creationId xmlns:p14="http://schemas.microsoft.com/office/powerpoint/2010/main" val="3488280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56981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3782873" y="3893515"/>
            <a:ext cx="463509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기반 고장 확률 분석 및 리스크 평가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202722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2054657" y="2598725"/>
            <a:ext cx="80887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06. Failure Probability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1" y="-3515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EF311B64-8994-1167-33DB-B1DC4BD73D33}"/>
              </a:ext>
            </a:extLst>
          </p:cNvPr>
          <p:cNvSpPr/>
          <p:nvPr/>
        </p:nvSpPr>
        <p:spPr>
          <a:xfrm>
            <a:off x="-1" y="-37949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8389" y="217336"/>
            <a:ext cx="3343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06. Failure Probability</a:t>
            </a:r>
            <a:endParaRPr lang="en-US" sz="24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8185503-606E-5126-655B-A7D0BFD78640}"/>
              </a:ext>
            </a:extLst>
          </p:cNvPr>
          <p:cNvGrpSpPr/>
          <p:nvPr/>
        </p:nvGrpSpPr>
        <p:grpSpPr>
          <a:xfrm>
            <a:off x="343199" y="1711594"/>
            <a:ext cx="3905402" cy="2526496"/>
            <a:chOff x="381305" y="1392729"/>
            <a:chExt cx="3905402" cy="2083818"/>
          </a:xfrm>
        </p:grpSpPr>
        <p:sp>
          <p:nvSpPr>
            <p:cNvPr id="8" name="Shape 5"/>
            <p:cNvSpPr/>
            <p:nvPr/>
          </p:nvSpPr>
          <p:spPr>
            <a:xfrm>
              <a:off x="381305" y="1392730"/>
              <a:ext cx="3905402" cy="2083817"/>
            </a:xfrm>
            <a:prstGeom prst="roundRect">
              <a:avLst>
                <a:gd name="adj" fmla="val 1181"/>
              </a:avLst>
            </a:prstGeom>
            <a:solidFill>
              <a:srgbClr val="F5F7FA"/>
            </a:solidFill>
            <a:ln/>
          </p:spPr>
        </p:sp>
        <p:sp>
          <p:nvSpPr>
            <p:cNvPr id="9" name="Shape 6"/>
            <p:cNvSpPr/>
            <p:nvPr/>
          </p:nvSpPr>
          <p:spPr>
            <a:xfrm>
              <a:off x="381305" y="1392729"/>
              <a:ext cx="85039" cy="2083817"/>
            </a:xfrm>
            <a:prstGeom prst="roundRect">
              <a:avLst>
                <a:gd name="adj" fmla="val 60332"/>
              </a:avLst>
            </a:prstGeom>
            <a:solidFill>
              <a:srgbClr val="1976D2"/>
            </a:solidFill>
            <a:ln w="12700">
              <a:solidFill>
                <a:srgbClr val="1976D2">
                  <a:alpha val="0"/>
                </a:srgbClr>
              </a:solidFill>
              <a:prstDash val="solid"/>
            </a:ln>
          </p:spPr>
        </p:sp>
      </p:grp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335" y="1962105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2541" y="1914557"/>
            <a:ext cx="25388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Sigmoid </a:t>
            </a:r>
            <a:r>
              <a:rPr lang="en-US" sz="1500" b="1" dirty="0" err="1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en-US" sz="15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고장확률 산출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96335" y="2223431"/>
            <a:ext cx="3553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잔존 수명(RUL)을 0과 1 사이의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확률로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매핑합니다.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96335" y="2585077"/>
            <a:ext cx="3553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Sigmoid 함수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사용하여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말기에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저하가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급격히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발생하는</a:t>
            </a:r>
            <a:r>
              <a:rPr lang="en-US" altLang="ko-KR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비선형적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특성을 반영했습니다.</a:t>
            </a:r>
            <a:endParaRPr lang="en-US" sz="11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9F0424B-B719-3C01-F518-4BF01E6A7A12}"/>
              </a:ext>
            </a:extLst>
          </p:cNvPr>
          <p:cNvGrpSpPr/>
          <p:nvPr/>
        </p:nvGrpSpPr>
        <p:grpSpPr>
          <a:xfrm>
            <a:off x="367088" y="4573775"/>
            <a:ext cx="3919619" cy="1587249"/>
            <a:chOff x="367088" y="4144618"/>
            <a:chExt cx="3919619" cy="1587249"/>
          </a:xfrm>
        </p:grpSpPr>
        <p:sp>
          <p:nvSpPr>
            <p:cNvPr id="15" name="Shape 11"/>
            <p:cNvSpPr/>
            <p:nvPr/>
          </p:nvSpPr>
          <p:spPr>
            <a:xfrm>
              <a:off x="381305" y="4144619"/>
              <a:ext cx="3905402" cy="1587248"/>
            </a:xfrm>
            <a:prstGeom prst="roundRect">
              <a:avLst>
                <a:gd name="adj" fmla="val 1181"/>
              </a:avLst>
            </a:prstGeom>
            <a:solidFill>
              <a:srgbClr val="F5F7FA"/>
            </a:solidFill>
            <a:ln/>
          </p:spPr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5A18B0FD-514F-DE2C-275A-FC5A5B1D8B7F}"/>
                </a:ext>
              </a:extLst>
            </p:cNvPr>
            <p:cNvSpPr/>
            <p:nvPr/>
          </p:nvSpPr>
          <p:spPr>
            <a:xfrm>
              <a:off x="367088" y="4144618"/>
              <a:ext cx="87084" cy="1579525"/>
            </a:xfrm>
            <a:prstGeom prst="roundRect">
              <a:avLst>
                <a:gd name="adj" fmla="val 60332"/>
              </a:avLst>
            </a:prstGeom>
            <a:solidFill>
              <a:srgbClr val="1976D2"/>
            </a:solidFill>
            <a:ln w="12700">
              <a:solidFill>
                <a:srgbClr val="1976D2">
                  <a:alpha val="0"/>
                </a:srgbClr>
              </a:solidFill>
              <a:prstDash val="solid"/>
            </a:ln>
          </p:spPr>
        </p:sp>
      </p:grp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1" y="479851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72008" y="4750967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 분포 특징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85801" y="5179820"/>
            <a:ext cx="3553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 시점이 다가올수록 확률이 지수적으로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증가하는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패턴을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보입니다.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38252" y="5599530"/>
            <a:ext cx="3553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정상상태와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위험상태를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r>
              <a:rPr lang="ko-KR" alt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</a:t>
            </a:r>
            <a:r>
              <a:rPr lang="en-US" sz="1100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지표로 활용됩니다.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62246" y="1337043"/>
            <a:ext cx="7248449" cy="4882555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0" y="6347460"/>
            <a:ext cx="12191695" cy="91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0C122-92C4-6CBB-CD03-2E9A4AACC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50" t="7080" r="1260" b="77884"/>
          <a:stretch>
            <a:fillRect/>
          </a:stretch>
        </p:blipFill>
        <p:spPr bwMode="auto">
          <a:xfrm>
            <a:off x="10679422" y="1713676"/>
            <a:ext cx="983750" cy="78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68A90400-CA11-7853-4929-CF3EF1DA05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7132C715-57D8-ECF0-B426-CF8160BCA8E6}"/>
              </a:ext>
            </a:extLst>
          </p:cNvPr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42" name="Shape 32">
            <a:extLst>
              <a:ext uri="{FF2B5EF4-FFF2-40B4-BE49-F238E27FC236}">
                <a16:creationId xmlns:a16="http://schemas.microsoft.com/office/drawing/2014/main" id="{9824C1F8-D59E-DAC7-4A68-0C3726C148ED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77A039A0-2B12-6E0C-4722-884E72868A27}"/>
              </a:ext>
            </a:extLst>
          </p:cNvPr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2DE1D02-4114-A23E-FBB8-9479B74E0763}"/>
              </a:ext>
            </a:extLst>
          </p:cNvPr>
          <p:cNvGrpSpPr/>
          <p:nvPr/>
        </p:nvGrpSpPr>
        <p:grpSpPr>
          <a:xfrm>
            <a:off x="4719119" y="1378406"/>
            <a:ext cx="6992135" cy="2648936"/>
            <a:chOff x="4719119" y="1194256"/>
            <a:chExt cx="6992135" cy="2648936"/>
          </a:xfrm>
        </p:grpSpPr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20CCCA0A-5628-3EE5-4414-2E7AA35BD0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5" t="4455" b="7819"/>
            <a:stretch>
              <a:fillRect/>
            </a:stretch>
          </p:blipFill>
          <p:spPr bwMode="auto">
            <a:xfrm>
              <a:off x="5189536" y="1460493"/>
              <a:ext cx="6515102" cy="2018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4C9C74E-AD7E-831F-E7E7-1D323D585242}"/>
                </a:ext>
              </a:extLst>
            </p:cNvPr>
            <p:cNvGrpSpPr/>
            <p:nvPr/>
          </p:nvGrpSpPr>
          <p:grpSpPr>
            <a:xfrm>
              <a:off x="4719119" y="1194256"/>
              <a:ext cx="6992135" cy="2648936"/>
              <a:chOff x="4728644" y="1200606"/>
              <a:chExt cx="6992135" cy="2648936"/>
            </a:xfrm>
          </p:grpSpPr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2A331DB2-C9E2-E2BE-4A92-D76113ADABB4}"/>
                  </a:ext>
                </a:extLst>
              </p:cNvPr>
              <p:cNvGrpSpPr/>
              <p:nvPr/>
            </p:nvGrpSpPr>
            <p:grpSpPr>
              <a:xfrm>
                <a:off x="4728644" y="1200606"/>
                <a:ext cx="6992135" cy="2648936"/>
                <a:chOff x="4728644" y="1200606"/>
                <a:chExt cx="6992135" cy="2648936"/>
              </a:xfrm>
            </p:grpSpPr>
            <p:sp>
              <p:nvSpPr>
                <p:cNvPr id="23" name="Text 18"/>
                <p:cNvSpPr txBox="1"/>
                <p:nvPr/>
              </p:nvSpPr>
              <p:spPr>
                <a:xfrm>
                  <a:off x="5199060" y="1200606"/>
                  <a:ext cx="6521719" cy="25705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333333"/>
                      </a:solidFill>
                      <a:latin typeface="Noto Sans KR" pitchFamily="34" charset="0"/>
                      <a:ea typeface="Noto Sans KR" pitchFamily="34" charset="-122"/>
                      <a:cs typeface="Noto Sans KR" pitchFamily="34" charset="-120"/>
                    </a:rPr>
                    <a:t>RUL vs Failure Probability (Sigmoid Transformation)</a:t>
                  </a:r>
                  <a:endParaRPr lang="en-US" sz="1200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6B405BF-3BC8-6AF9-77E7-8D11F67F4B4C}"/>
                    </a:ext>
                  </a:extLst>
                </p:cNvPr>
                <p:cNvSpPr txBox="1"/>
                <p:nvPr/>
              </p:nvSpPr>
              <p:spPr>
                <a:xfrm>
                  <a:off x="4728644" y="1902977"/>
                  <a:ext cx="338554" cy="1195199"/>
                </a:xfrm>
                <a:prstGeom prst="rect">
                  <a:avLst/>
                </a:prstGeom>
                <a:noFill/>
              </p:spPr>
              <p:txBody>
                <a:bodyPr vert="vert270"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Failure Probability</a:t>
                  </a:r>
                  <a:endPara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D773867-224A-18DC-7F31-DA2417899512}"/>
                    </a:ext>
                  </a:extLst>
                </p:cNvPr>
                <p:cNvSpPr txBox="1"/>
                <p:nvPr/>
              </p:nvSpPr>
              <p:spPr>
                <a:xfrm>
                  <a:off x="8119353" y="3603321"/>
                  <a:ext cx="42832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RUL</a:t>
                  </a:r>
                  <a:endParaRPr lang="ko-KR" altLang="en-US" sz="1000" dirty="0"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D9EAD38-F41C-EECC-17D5-25CB0D5AB137}"/>
                    </a:ext>
                  </a:extLst>
                </p:cNvPr>
                <p:cNvSpPr txBox="1"/>
                <p:nvPr/>
              </p:nvSpPr>
              <p:spPr>
                <a:xfrm>
                  <a:off x="4946911" y="1460493"/>
                  <a:ext cx="296876" cy="20467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dirty="0"/>
                    <a:t>1.0</a:t>
                  </a:r>
                </a:p>
                <a:p>
                  <a:endParaRPr lang="en-US" altLang="ko-KR" sz="700" dirty="0"/>
                </a:p>
                <a:p>
                  <a:endParaRPr lang="en-US" altLang="ko-KR" sz="700" dirty="0"/>
                </a:p>
                <a:p>
                  <a:endParaRPr lang="en-US" altLang="ko-KR" sz="200" dirty="0"/>
                </a:p>
                <a:p>
                  <a:r>
                    <a:rPr lang="en-US" altLang="ko-KR" sz="700" dirty="0"/>
                    <a:t>0.8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300" dirty="0"/>
                    <a:t> 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0.6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300" dirty="0"/>
                    <a:t> </a:t>
                  </a:r>
                  <a:endParaRPr lang="en-US" altLang="ko-KR" sz="400" dirty="0"/>
                </a:p>
                <a:p>
                  <a:r>
                    <a:rPr lang="en-US" altLang="ko-KR" sz="800" dirty="0"/>
                    <a:t>  </a:t>
                  </a:r>
                  <a:r>
                    <a:rPr lang="en-US" altLang="ko-KR" sz="700" dirty="0"/>
                    <a:t> </a:t>
                  </a:r>
                </a:p>
                <a:p>
                  <a:r>
                    <a:rPr lang="en-US" altLang="ko-KR" sz="700" dirty="0"/>
                    <a:t>0.4</a:t>
                  </a:r>
                </a:p>
                <a:p>
                  <a:r>
                    <a:rPr lang="en-US" altLang="ko-KR" sz="300" dirty="0"/>
                    <a:t> </a:t>
                  </a:r>
                </a:p>
                <a:p>
                  <a:endParaRPr lang="en-US" altLang="ko-KR" sz="700" dirty="0"/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0.2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300" dirty="0"/>
                    <a:t> </a:t>
                  </a:r>
                </a:p>
                <a:p>
                  <a:endParaRPr lang="en-US" altLang="ko-KR" sz="700" dirty="0"/>
                </a:p>
                <a:p>
                  <a:r>
                    <a:rPr lang="en-US" altLang="ko-KR" sz="700" dirty="0"/>
                    <a:t>  0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FDC0792-990E-C366-E994-5FB15648E78B}"/>
                    </a:ext>
                  </a:extLst>
                </p:cNvPr>
                <p:cNvSpPr txBox="1"/>
                <p:nvPr/>
              </p:nvSpPr>
              <p:spPr>
                <a:xfrm>
                  <a:off x="5382653" y="3455745"/>
                  <a:ext cx="5984331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dirty="0"/>
                    <a:t>0                                          20                                         40                                          60                                         80                                        100                                        120</a:t>
                  </a:r>
                  <a:endParaRPr lang="ko-KR" altLang="en-US" sz="700" dirty="0"/>
                </a:p>
              </p:txBody>
            </p:sp>
          </p:grpSp>
          <p:pic>
            <p:nvPicPr>
              <p:cNvPr id="1036" name="Picture 12">
                <a:extLst>
                  <a:ext uri="{FF2B5EF4-FFF2-40B4-BE49-F238E27FC236}">
                    <a16:creationId xmlns:a16="http://schemas.microsoft.com/office/drawing/2014/main" id="{A8B51FBD-47D5-43A0-5574-C3B7A88347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60" t="6737" r="1054" b="65793"/>
              <a:stretch>
                <a:fillRect/>
              </a:stretch>
            </p:blipFill>
            <p:spPr bwMode="auto">
              <a:xfrm>
                <a:off x="10458143" y="1510821"/>
                <a:ext cx="1208563" cy="11760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DE755EE-A5C2-996C-A379-FFA72FA22320}"/>
              </a:ext>
            </a:extLst>
          </p:cNvPr>
          <p:cNvGrpSpPr/>
          <p:nvPr/>
        </p:nvGrpSpPr>
        <p:grpSpPr>
          <a:xfrm>
            <a:off x="4756995" y="3969552"/>
            <a:ext cx="6947643" cy="2190047"/>
            <a:chOff x="4756995" y="3913041"/>
            <a:chExt cx="6947643" cy="2190047"/>
          </a:xfrm>
        </p:grpSpPr>
        <p:sp>
          <p:nvSpPr>
            <p:cNvPr id="26" name="Text 20"/>
            <p:cNvSpPr txBox="1"/>
            <p:nvPr/>
          </p:nvSpPr>
          <p:spPr>
            <a:xfrm>
              <a:off x="5297714" y="3913041"/>
              <a:ext cx="6406924" cy="247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Failure Probability Distribution Histogram</a:t>
              </a:r>
              <a:endParaRPr lang="en-US" sz="1200" dirty="0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C820C4D9-E925-14FB-4F45-57BA217544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4" t="5456" b="8856"/>
            <a:stretch>
              <a:fillRect/>
            </a:stretch>
          </p:blipFill>
          <p:spPr bwMode="auto">
            <a:xfrm>
              <a:off x="5189536" y="4155446"/>
              <a:ext cx="6515101" cy="1588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id="{AAB98CC5-99DB-004A-C918-B06EFAECB6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68" t="7349" r="1399" b="70204"/>
            <a:stretch>
              <a:fillRect/>
            </a:stretch>
          </p:blipFill>
          <p:spPr bwMode="auto">
            <a:xfrm>
              <a:off x="10396012" y="4187181"/>
              <a:ext cx="1230538" cy="7850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F867DFD-0068-E223-AAAF-3803E9AAF154}"/>
                </a:ext>
              </a:extLst>
            </p:cNvPr>
            <p:cNvSpPr txBox="1"/>
            <p:nvPr/>
          </p:nvSpPr>
          <p:spPr>
            <a:xfrm>
              <a:off x="4979765" y="4275575"/>
              <a:ext cx="274434" cy="1538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700" dirty="0"/>
                <a:t>20</a:t>
              </a:r>
            </a:p>
            <a:p>
              <a:pPr algn="r"/>
              <a:endParaRPr lang="en-US" altLang="ko-KR" sz="100" dirty="0"/>
            </a:p>
            <a:p>
              <a:pPr algn="r"/>
              <a:r>
                <a:rPr lang="en-US" altLang="ko-KR" sz="700" dirty="0"/>
                <a:t> </a:t>
              </a:r>
            </a:p>
            <a:p>
              <a:pPr algn="r"/>
              <a:endParaRPr lang="en-US" altLang="ko-KR" sz="700" dirty="0"/>
            </a:p>
            <a:p>
              <a:pPr algn="r"/>
              <a:r>
                <a:rPr lang="en-US" altLang="ko-KR" sz="700" dirty="0"/>
                <a:t>15</a:t>
              </a:r>
            </a:p>
            <a:p>
              <a:pPr algn="r"/>
              <a:r>
                <a:rPr lang="en-US" altLang="ko-KR" sz="700" dirty="0"/>
                <a:t> </a:t>
              </a:r>
            </a:p>
            <a:p>
              <a:pPr algn="r"/>
              <a:endParaRPr lang="en-US" altLang="ko-KR" sz="800" dirty="0"/>
            </a:p>
            <a:p>
              <a:pPr algn="r"/>
              <a:r>
                <a:rPr lang="en-US" altLang="ko-KR" sz="700" dirty="0"/>
                <a:t>10</a:t>
              </a:r>
            </a:p>
            <a:p>
              <a:pPr algn="r"/>
              <a:endParaRPr lang="en-US" altLang="ko-KR" sz="700" dirty="0"/>
            </a:p>
            <a:p>
              <a:pPr algn="r"/>
              <a:endParaRPr lang="en-US" altLang="ko-KR" sz="100" dirty="0"/>
            </a:p>
            <a:p>
              <a:pPr algn="r"/>
              <a:endParaRPr lang="en-US" altLang="ko-KR" sz="700" dirty="0"/>
            </a:p>
            <a:p>
              <a:pPr algn="r"/>
              <a:r>
                <a:rPr lang="en-US" altLang="ko-KR" sz="700" dirty="0"/>
                <a:t>5</a:t>
              </a:r>
            </a:p>
            <a:p>
              <a:pPr algn="r"/>
              <a:endParaRPr lang="en-US" altLang="ko-KR" sz="700" dirty="0"/>
            </a:p>
            <a:p>
              <a:pPr algn="r"/>
              <a:endParaRPr lang="en-US" altLang="ko-KR" sz="700" dirty="0"/>
            </a:p>
            <a:p>
              <a:pPr algn="r"/>
              <a:r>
                <a:rPr lang="en-US" altLang="ko-KR" sz="7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BE1EA63-7D82-6141-D1E9-32DA743212EE}"/>
                </a:ext>
              </a:extLst>
            </p:cNvPr>
            <p:cNvSpPr txBox="1"/>
            <p:nvPr/>
          </p:nvSpPr>
          <p:spPr>
            <a:xfrm>
              <a:off x="5331823" y="5716953"/>
              <a:ext cx="633134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/>
                <a:t>0                                                       0.2                                                     0.4                                                      0.6                                                     0.8                                                       1</a:t>
              </a:r>
              <a:endParaRPr lang="ko-KR" altLang="en-US" sz="7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AB074F-207F-2331-245C-306A07A56659}"/>
                </a:ext>
              </a:extLst>
            </p:cNvPr>
            <p:cNvSpPr txBox="1"/>
            <p:nvPr/>
          </p:nvSpPr>
          <p:spPr>
            <a:xfrm>
              <a:off x="7805219" y="5856867"/>
              <a:ext cx="128753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Failure Probability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DC406D-F6B8-172B-C3D1-AC82B67FDABD}"/>
                </a:ext>
              </a:extLst>
            </p:cNvPr>
            <p:cNvSpPr txBox="1"/>
            <p:nvPr/>
          </p:nvSpPr>
          <p:spPr>
            <a:xfrm>
              <a:off x="4756995" y="4744096"/>
              <a:ext cx="338554" cy="456215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Count</a:t>
              </a:r>
              <a:endPara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4666BDA7-E904-55FB-21D9-930ADCAAFDF1}"/>
              </a:ext>
            </a:extLst>
          </p:cNvPr>
          <p:cNvSpPr/>
          <p:nvPr/>
        </p:nvSpPr>
        <p:spPr>
          <a:xfrm>
            <a:off x="374650" y="977899"/>
            <a:ext cx="45719" cy="235369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C0E90817-F314-68BA-166D-39842B259832}"/>
              </a:ext>
            </a:extLst>
          </p:cNvPr>
          <p:cNvSpPr txBox="1"/>
          <p:nvPr/>
        </p:nvSpPr>
        <p:spPr>
          <a:xfrm>
            <a:off x="527355" y="977899"/>
            <a:ext cx="3371545" cy="235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RUL – Failure Probability</a:t>
            </a:r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20B79081-BCB9-DE13-3AD1-E4C00443F2AF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E3A002FC-474C-0F53-5FB4-22F274546F5E}"/>
              </a:ext>
            </a:extLst>
          </p:cNvPr>
          <p:cNvSpPr/>
          <p:nvPr/>
        </p:nvSpPr>
        <p:spPr>
          <a:xfrm>
            <a:off x="628477" y="3091051"/>
            <a:ext cx="3429000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4BDADB-3932-0F59-F6C0-5D2EA05FE45F}"/>
                  </a:ext>
                </a:extLst>
              </p:cNvPr>
              <p:cNvSpPr txBox="1"/>
              <p:nvPr/>
            </p:nvSpPr>
            <p:spPr>
              <a:xfrm>
                <a:off x="1091378" y="3257280"/>
                <a:ext cx="2759923" cy="5210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FP =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𝑅𝑈𝐿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𝑠𝑐𝑎𝑙𝑒</m:t>
                                </m:r>
                              </m:den>
                            </m:f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ko-KR" altLang="en-US" sz="2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4BDADB-3932-0F59-F6C0-5D2EA05F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378" y="3257280"/>
                <a:ext cx="2759923" cy="521040"/>
              </a:xfrm>
              <a:prstGeom prst="rect">
                <a:avLst/>
              </a:prstGeom>
              <a:blipFill>
                <a:blip r:embed="rId10"/>
                <a:stretch>
                  <a:fillRect l="-6623" b="-337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0257" y="365594"/>
            <a:ext cx="193043" cy="19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8907" y="1330980"/>
            <a:ext cx="2988000" cy="1188000"/>
          </a:xfrm>
          <a:prstGeom prst="roundRect">
            <a:avLst>
              <a:gd name="adj" fmla="val 12692"/>
            </a:avLst>
          </a:prstGeom>
          <a:solidFill>
            <a:srgbClr val="E8F5E9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4337" y="1330980"/>
            <a:ext cx="54000" cy="1188000"/>
          </a:xfrm>
          <a:prstGeom prst="roundRect">
            <a:avLst>
              <a:gd name="adj" fmla="val 27971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94025" y="1462190"/>
            <a:ext cx="184708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61030" y="1419213"/>
            <a:ext cx="9471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Risk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071433" y="2104869"/>
            <a:ext cx="2160000" cy="360000"/>
          </a:xfrm>
          <a:prstGeom prst="roundRect">
            <a:avLst>
              <a:gd name="adj" fmla="val 9134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07736" y="2162068"/>
            <a:ext cx="1367008" cy="237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RUL &gt; C or P&lt;30%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894024" y="1714265"/>
            <a:ext cx="254276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운용 상태 (Normal)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특이사항 없음. </a:t>
            </a:r>
            <a:r>
              <a:rPr lang="en-US" sz="1000" dirty="0" err="1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정기적인</a:t>
            </a:r>
            <a:r>
              <a:rPr lang="en-US" sz="100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r>
              <a:rPr lang="en-US" sz="100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20869" y="1326456"/>
            <a:ext cx="2988000" cy="1190545"/>
          </a:xfrm>
          <a:prstGeom prst="roundRect">
            <a:avLst>
              <a:gd name="adj" fmla="val 12692"/>
            </a:avLst>
          </a:prstGeom>
          <a:solidFill>
            <a:srgbClr val="FFF9C4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20927" y="1326456"/>
            <a:ext cx="53396" cy="1190545"/>
          </a:xfrm>
          <a:prstGeom prst="roundRect">
            <a:avLst>
              <a:gd name="adj" fmla="val 279719"/>
            </a:avLst>
          </a:prstGeom>
          <a:solidFill>
            <a:srgbClr val="FBC02D"/>
          </a:solidFill>
          <a:ln w="12700">
            <a:solidFill>
              <a:srgbClr val="FBC02D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8671" y="1417824"/>
            <a:ext cx="193043" cy="1974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25676" y="1362099"/>
            <a:ext cx="1362600" cy="29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54580" y="2087914"/>
            <a:ext cx="2160000" cy="360000"/>
          </a:xfrm>
          <a:prstGeom prst="roundRect">
            <a:avLst>
              <a:gd name="adj" fmla="val 9134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01444" y="2143308"/>
            <a:ext cx="1639978" cy="24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≤ C or  P ≥ 30%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958671" y="1650063"/>
            <a:ext cx="2862024" cy="4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관찰 단계 (Warning)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 저하 징후 포착. 예방 정비 계획 </a:t>
            </a:r>
            <a:r>
              <a:rPr lang="en-US" sz="1000" dirty="0" err="1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</a:t>
            </a:r>
            <a:r>
              <a:rPr lang="en-US" sz="1000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07348" y="1326456"/>
            <a:ext cx="2988000" cy="1190545"/>
          </a:xfrm>
          <a:prstGeom prst="roundRect">
            <a:avLst>
              <a:gd name="adj" fmla="val 12692"/>
            </a:avLst>
          </a:prstGeom>
          <a:solidFill>
            <a:srgbClr val="FFEBEE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807406" y="1326456"/>
            <a:ext cx="50080" cy="1190545"/>
          </a:xfrm>
          <a:prstGeom prst="roundRect">
            <a:avLst>
              <a:gd name="adj" fmla="val 279719"/>
            </a:avLst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5150" y="1417824"/>
            <a:ext cx="181053" cy="1974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2154" y="1362099"/>
            <a:ext cx="1003497" cy="29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280760" y="2105835"/>
            <a:ext cx="2160000" cy="360000"/>
          </a:xfrm>
          <a:prstGeom prst="roundRect">
            <a:avLst>
              <a:gd name="adj" fmla="val 9134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547764" y="2108146"/>
            <a:ext cx="194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</a:t>
            </a:r>
            <a:r>
              <a:rPr lang="ko-KR" altLang="en-US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</a:t>
            </a:r>
            <a:r>
              <a:rPr lang="en-US" altLang="ko-KR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* 0.5</a:t>
            </a:r>
            <a:r>
              <a:rPr lang="ko-KR" altLang="en-US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altLang="ko-KR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</a:t>
            </a:r>
            <a:r>
              <a:rPr lang="ko-KR" altLang="en-US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</a:t>
            </a:r>
            <a:r>
              <a:rPr lang="ko-KR" altLang="en-US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</a:t>
            </a:r>
            <a:r>
              <a:rPr lang="en-US" altLang="ko-KR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70%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045149" y="1644453"/>
            <a:ext cx="2735135" cy="4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정비 필요 (Critical)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고장 임박. </a:t>
            </a:r>
            <a:r>
              <a:rPr lang="en-US" sz="1000" dirty="0" err="1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</a:t>
            </a:r>
            <a:r>
              <a:rPr lang="en-US" sz="1000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중단 및 </a:t>
            </a:r>
            <a:r>
              <a:rPr lang="en-US" sz="1000" dirty="0" err="1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</a:t>
            </a:r>
            <a:r>
              <a:rPr lang="en-US" sz="1000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42038" y="2572069"/>
            <a:ext cx="11430000" cy="2695499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1377" y="2762264"/>
            <a:ext cx="152705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69977" y="2724774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엔진별 고장 확률 추이 (Failure Probability Trend)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442038" y="5338935"/>
            <a:ext cx="4515307" cy="895747"/>
          </a:xfrm>
          <a:prstGeom prst="roundRect">
            <a:avLst>
              <a:gd name="adj" fmla="val 1151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8867" y="5421230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69977" y="5388311"/>
            <a:ext cx="2029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임계값(Threshold) 설정 근거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79782" y="5624226"/>
            <a:ext cx="4163263" cy="61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운영자가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직관적으로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이해할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경보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시스템설계에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활용됩니다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endParaRPr lang="en-US" altLang="ko-KR" sz="400" dirty="0">
              <a:solidFill>
                <a:srgbClr val="616161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0.3과 0.7은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오경보를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줄이고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골든타임을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확보하는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최적점입니다</a:t>
            </a:r>
            <a:r>
              <a:rPr lang="en-US" altLang="ko-KR" sz="90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900" dirty="0"/>
          </a:p>
        </p:txBody>
      </p:sp>
      <p:sp>
        <p:nvSpPr>
          <p:cNvPr id="45" name="Shape 36"/>
          <p:cNvSpPr/>
          <p:nvPr/>
        </p:nvSpPr>
        <p:spPr>
          <a:xfrm>
            <a:off x="5142968" y="5348628"/>
            <a:ext cx="6652380" cy="876910"/>
          </a:xfrm>
          <a:prstGeom prst="roundRect">
            <a:avLst>
              <a:gd name="adj" fmla="val 11516"/>
            </a:avLst>
          </a:prstGeom>
          <a:solidFill>
            <a:srgbClr val="E3F2FD"/>
          </a:solidFill>
          <a:ln/>
        </p:spPr>
      </p:sp>
      <p:sp>
        <p:nvSpPr>
          <p:cNvPr id="46" name="Shape 37"/>
          <p:cNvSpPr/>
          <p:nvPr/>
        </p:nvSpPr>
        <p:spPr>
          <a:xfrm>
            <a:off x="5135654" y="5357426"/>
            <a:ext cx="58520" cy="832130"/>
          </a:xfrm>
          <a:prstGeom prst="roundRect">
            <a:avLst>
              <a:gd name="adj" fmla="val 285713"/>
            </a:avLst>
          </a:prstGeom>
          <a:solidFill>
            <a:srgbClr val="1976D2"/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5371568" y="5758034"/>
            <a:ext cx="171907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686122" y="5480615"/>
            <a:ext cx="6077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1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</a:t>
            </a:r>
            <a:endParaRPr lang="en-US" sz="1100" b="1" dirty="0">
              <a:solidFill>
                <a:srgbClr val="0D47A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30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</a:rPr>
              <a:t>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예측된 RUL을 고장 확률로 </a:t>
            </a:r>
            <a:r>
              <a:rPr lang="en-US" sz="1100" dirty="0" err="1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변환하고</a:t>
            </a:r>
            <a:r>
              <a:rPr 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RUL</a:t>
            </a:r>
            <a:r>
              <a:rPr lang="ko-KR" alt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altLang="ko-KR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FP</a:t>
            </a:r>
            <a:r>
              <a:rPr lang="ko-KR" alt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엔진</a:t>
            </a:r>
            <a:r>
              <a:rPr 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상태를 실시간으로 진단합니다.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</a:t>
            </a:r>
            <a:r>
              <a:rPr lang="en-US" sz="1100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통해 선제적인 예방 정비가 가능해집니다.</a:t>
            </a:r>
            <a:endParaRPr lang="en-US" sz="1100" dirty="0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66AABE2A-F84F-ABAC-BD3D-A9C36AA758AD}"/>
              </a:ext>
            </a:extLst>
          </p:cNvPr>
          <p:cNvSpPr/>
          <p:nvPr/>
        </p:nvSpPr>
        <p:spPr>
          <a:xfrm>
            <a:off x="-1" y="-37949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2B8765B5-C160-DC32-F28E-3556D7A4AD85}"/>
              </a:ext>
            </a:extLst>
          </p:cNvPr>
          <p:cNvSpPr txBox="1"/>
          <p:nvPr/>
        </p:nvSpPr>
        <p:spPr>
          <a:xfrm>
            <a:off x="468389" y="217336"/>
            <a:ext cx="3343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06. Failure Probability</a:t>
            </a:r>
            <a:endParaRPr lang="en-US" sz="2400" dirty="0"/>
          </a:p>
        </p:txBody>
      </p:sp>
      <p:pic>
        <p:nvPicPr>
          <p:cNvPr id="51" name="Image 1" descr="preencoded.png">
            <a:extLst>
              <a:ext uri="{FF2B5EF4-FFF2-40B4-BE49-F238E27FC236}">
                <a16:creationId xmlns:a16="http://schemas.microsoft.com/office/drawing/2014/main" id="{E63129F4-DA7C-7E70-4331-3B3AF80E504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52" name="Text 3">
            <a:extLst>
              <a:ext uri="{FF2B5EF4-FFF2-40B4-BE49-F238E27FC236}">
                <a16:creationId xmlns:a16="http://schemas.microsoft.com/office/drawing/2014/main" id="{32AE7859-FFFC-B9C5-BB0B-1C3E7227E811}"/>
              </a:ext>
            </a:extLst>
          </p:cNvPr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A48213EA-52DF-CA66-D609-F4F5E961E5BA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65CA9A34-70C7-8E05-880B-56ECCC509B25}"/>
              </a:ext>
            </a:extLst>
          </p:cNvPr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5621626E-667D-2DA1-8AC9-51894D7FEE0D}"/>
              </a:ext>
            </a:extLst>
          </p:cNvPr>
          <p:cNvSpPr/>
          <p:nvPr/>
        </p:nvSpPr>
        <p:spPr>
          <a:xfrm>
            <a:off x="340662" y="1207432"/>
            <a:ext cx="45719" cy="235369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9DF92E0-17EB-CA50-0313-07E556EFD170}"/>
              </a:ext>
            </a:extLst>
          </p:cNvPr>
          <p:cNvSpPr txBox="1"/>
          <p:nvPr/>
        </p:nvSpPr>
        <p:spPr>
          <a:xfrm>
            <a:off x="493367" y="1207432"/>
            <a:ext cx="3371545" cy="235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RUL – Failure Probability</a:t>
            </a:r>
          </a:p>
        </p:txBody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C46063AD-79C7-6B8A-2F9C-F5EAB622301E}"/>
              </a:ext>
            </a:extLst>
          </p:cNvPr>
          <p:cNvSpPr/>
          <p:nvPr/>
        </p:nvSpPr>
        <p:spPr>
          <a:xfrm>
            <a:off x="415935" y="1532659"/>
            <a:ext cx="2100078" cy="819954"/>
          </a:xfrm>
          <a:prstGeom prst="roundRect">
            <a:avLst>
              <a:gd name="adj" fmla="val 1151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2F41B762-2376-0D7B-9FBC-CC47CA77D902}"/>
              </a:ext>
            </a:extLst>
          </p:cNvPr>
          <p:cNvSpPr txBox="1"/>
          <p:nvPr/>
        </p:nvSpPr>
        <p:spPr>
          <a:xfrm>
            <a:off x="591757" y="1775740"/>
            <a:ext cx="1906326" cy="46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: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수명의 하위 </a:t>
            </a: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P: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고장확률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02F5C1C-3ED6-AF53-DC20-8FA89A9CF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498" y="3015553"/>
            <a:ext cx="7818850" cy="225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Shape 5">
            <a:extLst>
              <a:ext uri="{FF2B5EF4-FFF2-40B4-BE49-F238E27FC236}">
                <a16:creationId xmlns:a16="http://schemas.microsoft.com/office/drawing/2014/main" id="{BDB8A34B-3001-42B3-28A1-6271F697C80B}"/>
              </a:ext>
            </a:extLst>
          </p:cNvPr>
          <p:cNvSpPr/>
          <p:nvPr/>
        </p:nvSpPr>
        <p:spPr>
          <a:xfrm>
            <a:off x="4262244" y="4513162"/>
            <a:ext cx="5912043" cy="562365"/>
          </a:xfrm>
          <a:prstGeom prst="roundRect">
            <a:avLst>
              <a:gd name="adj" fmla="val 0"/>
            </a:avLst>
          </a:prstGeom>
          <a:solidFill>
            <a:srgbClr val="E8F5E9">
              <a:alpha val="43000"/>
            </a:srgbClr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14B49257-1DF7-8317-A1A8-982C73698F73}"/>
              </a:ext>
            </a:extLst>
          </p:cNvPr>
          <p:cNvSpPr/>
          <p:nvPr/>
        </p:nvSpPr>
        <p:spPr>
          <a:xfrm>
            <a:off x="4262244" y="3752783"/>
            <a:ext cx="5912043" cy="736667"/>
          </a:xfrm>
          <a:prstGeom prst="roundRect">
            <a:avLst>
              <a:gd name="adj" fmla="val 1491"/>
            </a:avLst>
          </a:prstGeom>
          <a:solidFill>
            <a:srgbClr val="FFF9C4">
              <a:alpha val="30000"/>
            </a:srgbClr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48" name="Shape 17">
            <a:extLst>
              <a:ext uri="{FF2B5EF4-FFF2-40B4-BE49-F238E27FC236}">
                <a16:creationId xmlns:a16="http://schemas.microsoft.com/office/drawing/2014/main" id="{7505DA14-FA25-69FA-0585-B46CF6FDC85B}"/>
              </a:ext>
            </a:extLst>
          </p:cNvPr>
          <p:cNvSpPr/>
          <p:nvPr/>
        </p:nvSpPr>
        <p:spPr>
          <a:xfrm>
            <a:off x="4262244" y="3081333"/>
            <a:ext cx="7478024" cy="665383"/>
          </a:xfrm>
          <a:prstGeom prst="roundRect">
            <a:avLst>
              <a:gd name="adj" fmla="val 0"/>
            </a:avLst>
          </a:prstGeom>
          <a:solidFill>
            <a:srgbClr val="FFEBEE">
              <a:alpha val="33000"/>
            </a:srgbClr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4E08C10-AA6E-23AF-DCD7-D3E806C330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6" t="7585" r="80062" b="54374"/>
          <a:stretch>
            <a:fillRect/>
          </a:stretch>
        </p:blipFill>
        <p:spPr bwMode="auto">
          <a:xfrm>
            <a:off x="9952945" y="3709991"/>
            <a:ext cx="1780187" cy="136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 1" descr="preencoded.png">
            <a:extLst>
              <a:ext uri="{FF2B5EF4-FFF2-40B4-BE49-F238E27FC236}">
                <a16:creationId xmlns:a16="http://schemas.microsoft.com/office/drawing/2014/main" id="{E0F1875B-070A-4805-7503-22EC9CB4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3808" y="4722721"/>
            <a:ext cx="142443" cy="131973"/>
          </a:xfrm>
          <a:prstGeom prst="rect">
            <a:avLst/>
          </a:prstGeom>
        </p:spPr>
      </p:pic>
      <p:sp>
        <p:nvSpPr>
          <p:cNvPr id="2051" name="Text 7">
            <a:extLst>
              <a:ext uri="{FF2B5EF4-FFF2-40B4-BE49-F238E27FC236}">
                <a16:creationId xmlns:a16="http://schemas.microsoft.com/office/drawing/2014/main" id="{352312B0-F47B-0EAC-23FC-C5BD637FF417}"/>
              </a:ext>
            </a:extLst>
          </p:cNvPr>
          <p:cNvSpPr txBox="1"/>
          <p:nvPr/>
        </p:nvSpPr>
        <p:spPr>
          <a:xfrm>
            <a:off x="4750841" y="4702590"/>
            <a:ext cx="9204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Risk</a:t>
            </a:r>
            <a:endParaRPr lang="en-US" sz="1100" dirty="0"/>
          </a:p>
        </p:txBody>
      </p:sp>
      <p:pic>
        <p:nvPicPr>
          <p:cNvPr id="2053" name="Image 2" descr="preencoded.png">
            <a:extLst>
              <a:ext uri="{FF2B5EF4-FFF2-40B4-BE49-F238E27FC236}">
                <a16:creationId xmlns:a16="http://schemas.microsoft.com/office/drawing/2014/main" id="{AFDB5E1F-08D2-E4EF-3A81-11DF669FAC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58586" y="4042599"/>
            <a:ext cx="148872" cy="151543"/>
          </a:xfrm>
          <a:prstGeom prst="rect">
            <a:avLst/>
          </a:prstGeom>
        </p:spPr>
      </p:pic>
      <p:sp>
        <p:nvSpPr>
          <p:cNvPr id="2055" name="Text 13">
            <a:extLst>
              <a:ext uri="{FF2B5EF4-FFF2-40B4-BE49-F238E27FC236}">
                <a16:creationId xmlns:a16="http://schemas.microsoft.com/office/drawing/2014/main" id="{BA221CC8-4C9D-7C0F-9D83-2D7779BBE13E}"/>
              </a:ext>
            </a:extLst>
          </p:cNvPr>
          <p:cNvSpPr txBox="1"/>
          <p:nvPr/>
        </p:nvSpPr>
        <p:spPr>
          <a:xfrm>
            <a:off x="4679150" y="3998832"/>
            <a:ext cx="1262391" cy="29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 Risk</a:t>
            </a:r>
            <a:endParaRPr lang="en-US" sz="1100" dirty="0"/>
          </a:p>
        </p:txBody>
      </p:sp>
      <p:pic>
        <p:nvPicPr>
          <p:cNvPr id="2056" name="Image 3" descr="preencoded.png">
            <a:extLst>
              <a:ext uri="{FF2B5EF4-FFF2-40B4-BE49-F238E27FC236}">
                <a16:creationId xmlns:a16="http://schemas.microsoft.com/office/drawing/2014/main" id="{398FA33E-956A-2B63-FEFB-B299F30CC5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76401" y="3320245"/>
            <a:ext cx="139624" cy="151543"/>
          </a:xfrm>
          <a:prstGeom prst="rect">
            <a:avLst/>
          </a:prstGeom>
        </p:spPr>
      </p:pic>
      <p:sp>
        <p:nvSpPr>
          <p:cNvPr id="2057" name="Text 19">
            <a:extLst>
              <a:ext uri="{FF2B5EF4-FFF2-40B4-BE49-F238E27FC236}">
                <a16:creationId xmlns:a16="http://schemas.microsoft.com/office/drawing/2014/main" id="{73C9608B-77ED-3A9D-489B-3A429E0AB4FF}"/>
              </a:ext>
            </a:extLst>
          </p:cNvPr>
          <p:cNvSpPr txBox="1"/>
          <p:nvPr/>
        </p:nvSpPr>
        <p:spPr>
          <a:xfrm>
            <a:off x="4709149" y="3275517"/>
            <a:ext cx="1011720" cy="29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1100" dirty="0"/>
          </a:p>
        </p:txBody>
      </p:sp>
      <p:pic>
        <p:nvPicPr>
          <p:cNvPr id="2058" name="Picture 8">
            <a:extLst>
              <a:ext uri="{FF2B5EF4-FFF2-40B4-BE49-F238E27FC236}">
                <a16:creationId xmlns:a16="http://schemas.microsoft.com/office/drawing/2014/main" id="{CBA944AE-D835-8A07-EC55-6999C29E40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1" b="9622"/>
          <a:stretch>
            <a:fillRect/>
          </a:stretch>
        </p:blipFill>
        <p:spPr bwMode="auto">
          <a:xfrm>
            <a:off x="869977" y="2958815"/>
            <a:ext cx="2849331" cy="223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87901F4F-3FA4-08AC-A357-733135E0E1A9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30D35F43-E19D-5BAF-A095-EF6B0C83D092}"/>
              </a:ext>
            </a:extLst>
          </p:cNvPr>
          <p:cNvSpPr/>
          <p:nvPr/>
        </p:nvSpPr>
        <p:spPr>
          <a:xfrm>
            <a:off x="0" y="6347460"/>
            <a:ext cx="12191695" cy="91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0" y="4943246"/>
            <a:ext cx="1219169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0876788" y="4943246"/>
            <a:ext cx="952805" cy="9144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3B82F6">
                <a:alpha val="50000"/>
              </a:srgbClr>
            </a:outerShdw>
          </a:effectLst>
        </p:spPr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386938"/>
            <a:ext cx="761695" cy="384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4937760" y="3710635"/>
            <a:ext cx="23244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RUL 및 고장 확률 기반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의사결정 체계 </a:t>
            </a:r>
            <a:endParaRPr lang="en-US" sz="1800" dirty="0"/>
          </a:p>
        </p:txBody>
      </p:sp>
      <p:sp>
        <p:nvSpPr>
          <p:cNvPr id="10" name="Text 3"/>
          <p:cNvSpPr txBox="1"/>
          <p:nvPr/>
        </p:nvSpPr>
        <p:spPr>
          <a:xfrm>
            <a:off x="5563210" y="184434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500" dirty="0"/>
          </a:p>
        </p:txBody>
      </p:sp>
      <p:sp>
        <p:nvSpPr>
          <p:cNvPr id="11" name="Text 4"/>
          <p:cNvSpPr txBox="1"/>
          <p:nvPr/>
        </p:nvSpPr>
        <p:spPr>
          <a:xfrm>
            <a:off x="2740457" y="2415845"/>
            <a:ext cx="67171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07. Decision Policy</a:t>
            </a:r>
            <a:endParaRPr lang="en-US" sz="4500" dirty="0"/>
          </a:p>
        </p:txBody>
      </p:sp>
      <p:sp>
        <p:nvSpPr>
          <p:cNvPr id="12" name="Shape 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A614-D9C6-D76C-09A9-FF32A435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513445-A912-1D85-C08F-7B9FBDAB692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813F01-53D1-401C-2D82-C6B53BD6E22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186C8B-7688-228A-2E8D-61157EFEA515}"/>
              </a:ext>
            </a:extLst>
          </p:cNvPr>
          <p:cNvSpPr/>
          <p:nvPr/>
        </p:nvSpPr>
        <p:spPr>
          <a:xfrm>
            <a:off x="0" y="507492"/>
            <a:ext cx="12191695" cy="614385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CF668F7-C517-54CB-C212-34D6F91F8058}"/>
              </a:ext>
            </a:extLst>
          </p:cNvPr>
          <p:cNvSpPr/>
          <p:nvPr/>
        </p:nvSpPr>
        <p:spPr>
          <a:xfrm>
            <a:off x="346787" y="2956356"/>
            <a:ext cx="3494836" cy="961949"/>
          </a:xfrm>
          <a:prstGeom prst="roundRect">
            <a:avLst>
              <a:gd name="adj" fmla="val 15059"/>
            </a:avLst>
          </a:prstGeom>
          <a:solidFill>
            <a:srgbClr val="F0FDF4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6B0C171-4823-FC0E-4295-8A8F379DEF1D}"/>
              </a:ext>
            </a:extLst>
          </p:cNvPr>
          <p:cNvSpPr/>
          <p:nvPr/>
        </p:nvSpPr>
        <p:spPr>
          <a:xfrm>
            <a:off x="346787" y="2956356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FCBB7991-211A-4FAB-B788-8C5B23117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526" r="-3526"/>
          <a:stretch/>
        </p:blipFill>
        <p:spPr>
          <a:xfrm>
            <a:off x="594589" y="3144722"/>
            <a:ext cx="152705" cy="142646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231823EE-E469-BAB6-4816-EC8D75354926}"/>
              </a:ext>
            </a:extLst>
          </p:cNvPr>
          <p:cNvSpPr txBox="1"/>
          <p:nvPr/>
        </p:nvSpPr>
        <p:spPr>
          <a:xfrm>
            <a:off x="594589" y="3361435"/>
            <a:ext cx="3410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79.2</a:t>
            </a:r>
            <a:r>
              <a:rPr lang="en-US" sz="1300" b="1" kern="0" spc="-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28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817B062-44A9-236C-36D7-A63E92773A0A}"/>
              </a:ext>
            </a:extLst>
          </p:cNvPr>
          <p:cNvSpPr/>
          <p:nvPr/>
        </p:nvSpPr>
        <p:spPr>
          <a:xfrm>
            <a:off x="337643" y="4040377"/>
            <a:ext cx="3494836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49EC9F7-BFA7-C845-298E-90D8F1609BCF}"/>
              </a:ext>
            </a:extLst>
          </p:cNvPr>
          <p:cNvSpPr/>
          <p:nvPr/>
        </p:nvSpPr>
        <p:spPr>
          <a:xfrm>
            <a:off x="337643" y="4040377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27BFE63-ED3A-9C2E-D604-AFD67A96C940}"/>
              </a:ext>
            </a:extLst>
          </p:cNvPr>
          <p:cNvSpPr txBox="1"/>
          <p:nvPr/>
        </p:nvSpPr>
        <p:spPr>
          <a:xfrm>
            <a:off x="842392" y="4193082"/>
            <a:ext cx="31537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예지보전 총비용 </a:t>
            </a:r>
            <a:endParaRPr lang="en-US" sz="11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94AB870-D48D-0FC4-D146-2417E0A0EA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69" r="-769"/>
          <a:stretch/>
        </p:blipFill>
        <p:spPr>
          <a:xfrm>
            <a:off x="585445" y="4228743"/>
            <a:ext cx="181051" cy="142646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AB4E96CB-443C-60C1-DC8A-6753A0123D3C}"/>
              </a:ext>
            </a:extLst>
          </p:cNvPr>
          <p:cNvSpPr txBox="1"/>
          <p:nvPr/>
        </p:nvSpPr>
        <p:spPr>
          <a:xfrm>
            <a:off x="585445" y="4445456"/>
            <a:ext cx="3410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14,813.1</a:t>
            </a:r>
            <a:endParaRPr lang="en-US" sz="28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B765F3B-C328-0E35-1B0D-D6D4641F5963}"/>
              </a:ext>
            </a:extLst>
          </p:cNvPr>
          <p:cNvSpPr/>
          <p:nvPr/>
        </p:nvSpPr>
        <p:spPr>
          <a:xfrm>
            <a:off x="337643" y="5187035"/>
            <a:ext cx="3494836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0E64201-45F6-F143-2632-AC2230ACD5CC}"/>
              </a:ext>
            </a:extLst>
          </p:cNvPr>
          <p:cNvSpPr/>
          <p:nvPr/>
        </p:nvSpPr>
        <p:spPr>
          <a:xfrm>
            <a:off x="337643" y="5187035"/>
            <a:ext cx="57607" cy="961949"/>
          </a:xfrm>
          <a:prstGeom prst="roundRect">
            <a:avLst>
              <a:gd name="adj" fmla="val 251455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16CE03F-2A83-916A-05D0-3D7FF49907AE}"/>
              </a:ext>
            </a:extLst>
          </p:cNvPr>
          <p:cNvSpPr txBox="1"/>
          <p:nvPr/>
        </p:nvSpPr>
        <p:spPr>
          <a:xfrm>
            <a:off x="814045" y="5338825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반응형 총비용 </a:t>
            </a:r>
            <a:endParaRPr lang="en-US" sz="1100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8E5D0342-1274-979F-0B38-E75FEECAA9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526" r="-3526"/>
          <a:stretch/>
        </p:blipFill>
        <p:spPr>
          <a:xfrm>
            <a:off x="585445" y="5374487"/>
            <a:ext cx="152705" cy="14264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A7D13A0C-B5CD-2F43-0175-A087C57136AE}"/>
              </a:ext>
            </a:extLst>
          </p:cNvPr>
          <p:cNvSpPr txBox="1"/>
          <p:nvPr/>
        </p:nvSpPr>
        <p:spPr>
          <a:xfrm>
            <a:off x="585445" y="5591199"/>
            <a:ext cx="3410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71,299.2</a:t>
            </a:r>
            <a:endParaRPr lang="en-US" sz="2800" dirty="0"/>
          </a:p>
        </p:txBody>
      </p:sp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00F7F42F-7DFD-7C58-78C9-3EB6B195EA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4057649" y="1162050"/>
            <a:ext cx="7391095" cy="5107991"/>
          </a:xfrm>
          <a:prstGeom prst="rect">
            <a:avLst/>
          </a:prstGeom>
        </p:spPr>
      </p:pic>
      <p:sp>
        <p:nvSpPr>
          <p:cNvPr id="35" name="Shape 2">
            <a:extLst>
              <a:ext uri="{FF2B5EF4-FFF2-40B4-BE49-F238E27FC236}">
                <a16:creationId xmlns:a16="http://schemas.microsoft.com/office/drawing/2014/main" id="{94396D56-A417-AC4A-0F8B-6C573F118877}"/>
              </a:ext>
            </a:extLst>
          </p:cNvPr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3F9263A8-B8FC-A26C-79E0-DBD1050D3835}"/>
              </a:ext>
            </a:extLst>
          </p:cNvPr>
          <p:cNvSpPr txBox="1"/>
          <p:nvPr/>
        </p:nvSpPr>
        <p:spPr>
          <a:xfrm>
            <a:off x="381305" y="247802"/>
            <a:ext cx="3242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RUL Prediction</a:t>
            </a:r>
            <a:endParaRPr lang="en-US" sz="2400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CA565A13-9056-11A1-4DD3-CE3C628432E6}"/>
              </a:ext>
            </a:extLst>
          </p:cNvPr>
          <p:cNvSpPr/>
          <p:nvPr/>
        </p:nvSpPr>
        <p:spPr>
          <a:xfrm>
            <a:off x="400050" y="100965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7D8A674A-59FB-D59C-AC54-7CAE7C94153C}"/>
              </a:ext>
            </a:extLst>
          </p:cNvPr>
          <p:cNvSpPr txBox="1"/>
          <p:nvPr/>
        </p:nvSpPr>
        <p:spPr>
          <a:xfrm>
            <a:off x="552755" y="1009650"/>
            <a:ext cx="11011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/>
              <a:t>Cost based Maintenance </a:t>
            </a: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89374D35-EB19-CEF6-838B-DEDE356A225A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AA108395-65CC-B99B-71E5-C29F496132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4" b="-14"/>
          <a:stretch/>
        </p:blipFill>
        <p:spPr>
          <a:xfrm>
            <a:off x="346787" y="1463623"/>
            <a:ext cx="3494836" cy="1370230"/>
          </a:xfrm>
          <a:prstGeom prst="rect">
            <a:avLst/>
          </a:prstGeom>
        </p:spPr>
      </p:pic>
      <p:pic>
        <p:nvPicPr>
          <p:cNvPr id="48" name="그래픽 47" descr="동전 단색으로 채워진">
            <a:extLst>
              <a:ext uri="{FF2B5EF4-FFF2-40B4-BE49-F238E27FC236}">
                <a16:creationId xmlns:a16="http://schemas.microsoft.com/office/drawing/2014/main" id="{F37FF729-4135-9CD1-2728-BFC22F058E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986" y="1544447"/>
            <a:ext cx="201143" cy="201143"/>
          </a:xfrm>
          <a:prstGeom prst="rect">
            <a:avLst/>
          </a:prstGeom>
        </p:spPr>
      </p:pic>
      <p:sp>
        <p:nvSpPr>
          <p:cNvPr id="50" name="Text 10">
            <a:extLst>
              <a:ext uri="{FF2B5EF4-FFF2-40B4-BE49-F238E27FC236}">
                <a16:creationId xmlns:a16="http://schemas.microsoft.com/office/drawing/2014/main" id="{A35AC416-5782-57B2-ED1F-FAD2469B12FE}"/>
              </a:ext>
            </a:extLst>
          </p:cNvPr>
          <p:cNvSpPr txBox="1"/>
          <p:nvPr/>
        </p:nvSpPr>
        <p:spPr>
          <a:xfrm>
            <a:off x="814045" y="3112160"/>
            <a:ext cx="948461" cy="276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 절감률 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8F6CEBA-9C8D-65D0-09BC-873B403C349B}"/>
              </a:ext>
            </a:extLst>
          </p:cNvPr>
          <p:cNvSpPr txBox="1"/>
          <p:nvPr/>
        </p:nvSpPr>
        <p:spPr>
          <a:xfrm>
            <a:off x="858620" y="1507109"/>
            <a:ext cx="948461" cy="276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kern="0" spc="38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 비용 가정</a:t>
            </a:r>
            <a:endParaRPr lang="en-US" sz="1100" dirty="0">
              <a:solidFill>
                <a:srgbClr val="1B3A6D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72B52DA-4D74-BC8C-0036-BD86D5CDD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6404"/>
              </p:ext>
            </p:extLst>
          </p:nvPr>
        </p:nvGraphicFramePr>
        <p:xfrm>
          <a:off x="471595" y="1878602"/>
          <a:ext cx="3284572" cy="882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95">
                  <a:extLst>
                    <a:ext uri="{9D8B030D-6E8A-4147-A177-3AD203B41FA5}">
                      <a16:colId xmlns:a16="http://schemas.microsoft.com/office/drawing/2014/main" val="2316188459"/>
                    </a:ext>
                  </a:extLst>
                </a:gridCol>
                <a:gridCol w="764897">
                  <a:extLst>
                    <a:ext uri="{9D8B030D-6E8A-4147-A177-3AD203B41FA5}">
                      <a16:colId xmlns:a16="http://schemas.microsoft.com/office/drawing/2014/main" val="1227044818"/>
                    </a:ext>
                  </a:extLst>
                </a:gridCol>
                <a:gridCol w="1820780">
                  <a:extLst>
                    <a:ext uri="{9D8B030D-6E8A-4147-A177-3AD203B41FA5}">
                      <a16:colId xmlns:a16="http://schemas.microsoft.com/office/drawing/2014/main" val="933304775"/>
                    </a:ext>
                  </a:extLst>
                </a:gridCol>
              </a:tblGrid>
              <a:tr h="294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예방 정비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200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만원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 정비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부품 교체 기준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442767"/>
                  </a:ext>
                </a:extLst>
              </a:tr>
              <a:tr h="294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사후 정비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2000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만원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긴급 수리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운용 중단 손실 포함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6573"/>
                  </a:ext>
                </a:extLst>
              </a:tr>
              <a:tr h="294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비용비율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1:10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항공 엔진 정비 일반 기준 적용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61368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7E68440-F3DF-0A7B-9C7F-6936713C4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403" y="1197175"/>
            <a:ext cx="6951585" cy="223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F2981F-D329-407A-C67A-04A124F29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182" y="3393185"/>
            <a:ext cx="7016805" cy="282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2">
            <a:extLst>
              <a:ext uri="{FF2B5EF4-FFF2-40B4-BE49-F238E27FC236}">
                <a16:creationId xmlns:a16="http://schemas.microsoft.com/office/drawing/2014/main" id="{5E111505-E5C9-4635-E86D-4857DEC0FBB3}"/>
              </a:ext>
            </a:extLst>
          </p:cNvPr>
          <p:cNvSpPr/>
          <p:nvPr/>
        </p:nvSpPr>
        <p:spPr>
          <a:xfrm>
            <a:off x="0" y="6347460"/>
            <a:ext cx="12191695" cy="91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CAF01C7B-3E18-339C-6E6A-E349EF7BAE65}"/>
              </a:ext>
            </a:extLst>
          </p:cNvPr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948942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3219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08. Decision Policy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674352" y="400507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143000"/>
            <a:ext cx="38405" cy="228600"/>
          </a:xfrm>
          <a:prstGeom prst="rect">
            <a:avLst/>
          </a:prstGeom>
          <a:solidFill>
            <a:srgbClr val="1B3A6D"/>
          </a:solidFill>
          <a:ln w="12700">
            <a:solidFill>
              <a:srgbClr val="1B3A6D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4205" y="1143000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구조 및 의사결정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24204" y="1695416"/>
            <a:ext cx="10781529" cy="4286707"/>
          </a:xfrm>
          <a:prstGeom prst="roundRect">
            <a:avLst>
              <a:gd name="adj" fmla="val 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F9C7294-B0C8-EF7E-7DE2-460E97EBDE2F}"/>
              </a:ext>
            </a:extLst>
          </p:cNvPr>
          <p:cNvGrpSpPr/>
          <p:nvPr/>
        </p:nvGrpSpPr>
        <p:grpSpPr>
          <a:xfrm>
            <a:off x="722092" y="2185766"/>
            <a:ext cx="4689266" cy="3874714"/>
            <a:chOff x="1544509" y="1695416"/>
            <a:chExt cx="4493185" cy="3344349"/>
          </a:xfrm>
        </p:grpSpPr>
        <p:pic>
          <p:nvPicPr>
            <p:cNvPr id="25" name="그림 24" descr="The image illustrates a decision tree for maintenance actions based on Remaining Useful Life (RUL) and failure probability, categorizing into immediate maintenance, planned maintenance, or normal operation.&#10;&#10;AI 생성 콘텐츠는 정확하지 않을 수 있습니다.">
              <a:extLst>
                <a:ext uri="{FF2B5EF4-FFF2-40B4-BE49-F238E27FC236}">
                  <a16:creationId xmlns:a16="http://schemas.microsoft.com/office/drawing/2014/main" id="{A5CF258E-1002-805C-0C0F-1CFAAECD3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3111" t="-507" r="-745" b="37151"/>
            <a:stretch>
              <a:fillRect/>
            </a:stretch>
          </p:blipFill>
          <p:spPr>
            <a:xfrm>
              <a:off x="1544509" y="1695416"/>
              <a:ext cx="4493185" cy="3344349"/>
            </a:xfrm>
            <a:prstGeom prst="rect">
              <a:avLst/>
            </a:prstGeom>
          </p:spPr>
        </p:pic>
        <p:pic>
          <p:nvPicPr>
            <p:cNvPr id="27" name="그림 26" descr="The image illustrates a decision tree for maintenance actions based on Remaining Useful Life (RUL) and failure probability, categorizing into immediate maintenance, planned maintenance, or normal operation.&#10;&#10;AI 생성 콘텐츠는 정확하지 않을 수 있습니다.">
              <a:extLst>
                <a:ext uri="{FF2B5EF4-FFF2-40B4-BE49-F238E27FC236}">
                  <a16:creationId xmlns:a16="http://schemas.microsoft.com/office/drawing/2014/main" id="{355F66F6-A3B3-A6FC-3064-4FD18D435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244" t="20000" r="33128" b="75986"/>
            <a:stretch>
              <a:fillRect/>
            </a:stretch>
          </p:blipFill>
          <p:spPr>
            <a:xfrm>
              <a:off x="3449385" y="2725827"/>
              <a:ext cx="197598" cy="275233"/>
            </a:xfrm>
            <a:prstGeom prst="rect">
              <a:avLst/>
            </a:prstGeom>
          </p:spPr>
        </p:pic>
        <p:pic>
          <p:nvPicPr>
            <p:cNvPr id="29" name="그림 28" descr="The image illustrates a decision tree for maintenance actions based on Remaining Useful Life (RUL) and failure probability, categorizing into immediate maintenance, planned maintenance, or normal operation.&#10;&#10;AI 생성 콘텐츠는 정확하지 않을 수 있습니다.">
              <a:extLst>
                <a:ext uri="{FF2B5EF4-FFF2-40B4-BE49-F238E27FC236}">
                  <a16:creationId xmlns:a16="http://schemas.microsoft.com/office/drawing/2014/main" id="{45F3A643-ECF8-6AD3-D41A-5A34EE8F2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6481" t="33276" r="32402" b="64625"/>
            <a:stretch>
              <a:fillRect/>
            </a:stretch>
          </p:blipFill>
          <p:spPr>
            <a:xfrm>
              <a:off x="3457567" y="3689747"/>
              <a:ext cx="83726" cy="143580"/>
            </a:xfrm>
            <a:prstGeom prst="rect">
              <a:avLst/>
            </a:prstGeom>
          </p:spPr>
        </p:pic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4DAB087-8B9D-92CD-12D1-9D0C62865AF9}"/>
              </a:ext>
            </a:extLst>
          </p:cNvPr>
          <p:cNvCxnSpPr>
            <a:cxnSpLocks/>
          </p:cNvCxnSpPr>
          <p:nvPr/>
        </p:nvCxnSpPr>
        <p:spPr>
          <a:xfrm>
            <a:off x="5638930" y="2300025"/>
            <a:ext cx="0" cy="3283336"/>
          </a:xfrm>
          <a:prstGeom prst="line">
            <a:avLst/>
          </a:prstGeom>
          <a:ln w="19050" cap="flat" cmpd="sng" algn="ctr">
            <a:solidFill>
              <a:srgbClr val="B0A39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0B595BCB-96DF-1394-983F-5E164B9FE5B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4B6A96">
                <a:tint val="45000"/>
                <a:satMod val="400000"/>
              </a:srgbClr>
            </a:duotone>
          </a:blip>
          <a:srcRect l="-3526" r="-3526"/>
          <a:stretch/>
        </p:blipFill>
        <p:spPr>
          <a:xfrm>
            <a:off x="1070317" y="1931031"/>
            <a:ext cx="270897" cy="291570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59D98774-4CE1-4197-3749-12D1D67077C1}"/>
              </a:ext>
            </a:extLst>
          </p:cNvPr>
          <p:cNvSpPr txBox="1"/>
          <p:nvPr/>
        </p:nvSpPr>
        <p:spPr>
          <a:xfrm>
            <a:off x="1411602" y="1910369"/>
            <a:ext cx="1463459" cy="31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b="1" kern="0" spc="38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흐름도</a:t>
            </a:r>
            <a:endParaRPr lang="en-US" sz="1600" dirty="0">
              <a:solidFill>
                <a:srgbClr val="1B3A6D"/>
              </a:solidFill>
            </a:endParaRPr>
          </a:p>
        </p:txBody>
      </p:sp>
      <p:pic>
        <p:nvPicPr>
          <p:cNvPr id="40" name="Image 14" descr="preencoded.png">
            <a:extLst>
              <a:ext uri="{FF2B5EF4-FFF2-40B4-BE49-F238E27FC236}">
                <a16:creationId xmlns:a16="http://schemas.microsoft.com/office/drawing/2014/main" id="{1274DFD9-CA3B-2835-6ECF-E78BB370BB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599" y="1961963"/>
            <a:ext cx="304495" cy="304495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8B143BAE-A834-7E69-883C-301FF5E0A506}"/>
              </a:ext>
            </a:extLst>
          </p:cNvPr>
          <p:cNvSpPr txBox="1"/>
          <p:nvPr/>
        </p:nvSpPr>
        <p:spPr>
          <a:xfrm>
            <a:off x="6363134" y="1967403"/>
            <a:ext cx="1520923" cy="31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kern="0" spc="38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정책별 조치</a:t>
            </a:r>
            <a:endParaRPr lang="en-US" sz="1600" dirty="0">
              <a:solidFill>
                <a:srgbClr val="1B3A6D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F855F60-9445-3929-159B-B4499B8EAC04}"/>
              </a:ext>
            </a:extLst>
          </p:cNvPr>
          <p:cNvSpPr/>
          <p:nvPr/>
        </p:nvSpPr>
        <p:spPr>
          <a:xfrm>
            <a:off x="5976785" y="2614863"/>
            <a:ext cx="1520923" cy="928438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Immediate</a:t>
            </a:r>
          </a:p>
          <a:p>
            <a:pPr algn="ctr"/>
            <a:r>
              <a:rPr lang="en-US" altLang="ko-KR" sz="200" b="1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</a:p>
          <a:p>
            <a:pPr algn="ctr"/>
            <a:r>
              <a:rPr lang="en-US" altLang="ko-KR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즉각 운용 중단</a:t>
            </a:r>
            <a:endParaRPr lang="en-US" altLang="ko-KR" sz="1200" dirty="0">
              <a:solidFill>
                <a:srgbClr val="82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긴급 정비 투입</a:t>
            </a:r>
            <a:endParaRPr lang="en-US" altLang="ko-KR" sz="1000" dirty="0">
              <a:solidFill>
                <a:srgbClr val="82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우선정비 </a:t>
            </a:r>
            <a:r>
              <a:rPr lang="en-US" altLang="ko-KR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>
                <a:solidFill>
                  <a:srgbClr val="82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C5B1B40-EB02-CEC8-15FE-492DB338635C}"/>
              </a:ext>
            </a:extLst>
          </p:cNvPr>
          <p:cNvSpPr/>
          <p:nvPr/>
        </p:nvSpPr>
        <p:spPr>
          <a:xfrm>
            <a:off x="7884057" y="2599183"/>
            <a:ext cx="1520923" cy="928438"/>
          </a:xfrm>
          <a:prstGeom prst="roundRect">
            <a:avLst/>
          </a:prstGeom>
          <a:solidFill>
            <a:srgbClr val="EEC035">
              <a:alpha val="2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Plan</a:t>
            </a:r>
          </a:p>
          <a:p>
            <a:pPr algn="ctr"/>
            <a:r>
              <a:rPr lang="en-US" altLang="ko-KR" sz="200" b="1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</a:p>
          <a:p>
            <a:pPr algn="ctr"/>
            <a:r>
              <a:rPr lang="en-US" altLang="ko-KR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정비 일정 수립</a:t>
            </a:r>
            <a:endParaRPr lang="en-US" altLang="ko-KR" sz="1000" dirty="0">
              <a:solidFill>
                <a:schemeClr val="accent4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부품 사전 확보</a:t>
            </a:r>
            <a:endParaRPr lang="en-US" altLang="ko-KR" sz="1000" dirty="0">
              <a:solidFill>
                <a:schemeClr val="accent4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000" dirty="0">
                <a:solidFill>
                  <a:schemeClr val="accent4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모니터링 강화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03467B5-250C-C940-A47C-8717A07227E7}"/>
              </a:ext>
            </a:extLst>
          </p:cNvPr>
          <p:cNvSpPr/>
          <p:nvPr/>
        </p:nvSpPr>
        <p:spPr>
          <a:xfrm>
            <a:off x="9661113" y="2614864"/>
            <a:ext cx="1520923" cy="928438"/>
          </a:xfrm>
          <a:prstGeom prst="roundRect">
            <a:avLst/>
          </a:prstGeom>
          <a:solidFill>
            <a:srgbClr val="00B050">
              <a:alpha val="16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normal</a:t>
            </a:r>
            <a:r>
              <a:rPr lang="en-US" altLang="ko-KR" sz="200" b="1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algn="ctr"/>
            <a:r>
              <a:rPr lang="en-US" altLang="ko-KR" sz="200" b="1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</a:p>
          <a:p>
            <a:pPr algn="ctr"/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정상운용 유지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정기 점검 수행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주기 재평가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F11EBBD-BAD7-5400-7549-27EB47C46EE5}"/>
              </a:ext>
            </a:extLst>
          </p:cNvPr>
          <p:cNvSpPr/>
          <p:nvPr/>
        </p:nvSpPr>
        <p:spPr>
          <a:xfrm>
            <a:off x="6068045" y="3876026"/>
            <a:ext cx="5113991" cy="168718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기준값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C(center) :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엔진 평균수명의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시점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C * 0.5 :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긴급임계값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고장확률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(P)</a:t>
            </a:r>
          </a:p>
          <a:p>
            <a:r>
              <a:rPr lang="en-US" altLang="ko-KR" sz="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예측된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RUL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sigmoid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함수로 변환해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0~1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사이의 고장 임박 확률로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변환한 값 </a:t>
            </a:r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B272BD92-6B37-2D15-4066-E2E88C75573D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44268891-1016-3E96-9426-45201A8D9F94}"/>
              </a:ext>
            </a:extLst>
          </p:cNvPr>
          <p:cNvSpPr/>
          <p:nvPr/>
        </p:nvSpPr>
        <p:spPr>
          <a:xfrm>
            <a:off x="4606" y="640934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0" y="3569818"/>
            <a:ext cx="761695" cy="384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166006" y="3893515"/>
            <a:ext cx="386699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성과 요약 및 향후 발전 방향</a:t>
            </a:r>
            <a:endParaRPr lang="en-US" sz="1800" dirty="0"/>
          </a:p>
        </p:txBody>
      </p:sp>
      <p:sp>
        <p:nvSpPr>
          <p:cNvPr id="8" name="Text 2"/>
          <p:cNvSpPr txBox="1"/>
          <p:nvPr/>
        </p:nvSpPr>
        <p:spPr>
          <a:xfrm>
            <a:off x="5563210" y="2027225"/>
            <a:ext cx="121889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375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500" dirty="0"/>
          </a:p>
        </p:txBody>
      </p:sp>
      <p:sp>
        <p:nvSpPr>
          <p:cNvPr id="9" name="Text 3"/>
          <p:cNvSpPr txBox="1"/>
          <p:nvPr/>
        </p:nvSpPr>
        <p:spPr>
          <a:xfrm>
            <a:off x="3595421" y="2598725"/>
            <a:ext cx="5002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08. Conclusion</a:t>
            </a:r>
            <a:endParaRPr lang="en-US" sz="4500" dirty="0"/>
          </a:p>
        </p:txBody>
      </p:sp>
      <p:sp>
        <p:nvSpPr>
          <p:cNvPr id="10" name="Shape 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813902" y="6476695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Engine Predictive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-154" y="863938"/>
            <a:ext cx="12191695" cy="55339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B3A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" y="247802"/>
            <a:ext cx="25392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09. Conclusion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9693554" y="400507"/>
            <a:ext cx="171907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59645" y="362102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NASA Turbofan Project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1500" y="1143000"/>
            <a:ext cx="1514246" cy="342900"/>
          </a:xfrm>
          <a:prstGeom prst="roundRect">
            <a:avLst>
              <a:gd name="adj" fmla="val 59259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1248156"/>
            <a:ext cx="133502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5198" y="1143000"/>
            <a:ext cx="1133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기대효과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8" b="-8"/>
          <a:stretch/>
        </p:blipFill>
        <p:spPr>
          <a:xfrm>
            <a:off x="571500" y="1723644"/>
            <a:ext cx="3492094" cy="43818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36699" y="2066544"/>
            <a:ext cx="761695" cy="761695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65299" y="2295144"/>
            <a:ext cx="304495" cy="30449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95298" y="3066898"/>
            <a:ext cx="125181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성과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1462126" y="3362627"/>
            <a:ext cx="1715153" cy="28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Quantitative Achievements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09244" y="4023518"/>
            <a:ext cx="114300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55020" y="3881628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 예측 정확도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 0.823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09244" y="4614220"/>
            <a:ext cx="114300" cy="13350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55020" y="4472330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정비 대비 </a:t>
            </a: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79.2% 절감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09244" y="5204923"/>
            <a:ext cx="114300" cy="1335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55020" y="5062118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오차(RMSE)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16.83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수준으로 안정적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10" b="-10"/>
          <a:stretch/>
        </p:blipFill>
        <p:spPr>
          <a:xfrm>
            <a:off x="4349801" y="1723644"/>
            <a:ext cx="3492094" cy="4381805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5715000" y="2066544"/>
            <a:ext cx="761695" cy="76169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286602" y="3043122"/>
            <a:ext cx="169804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임팩트</a:t>
            </a:r>
            <a:endParaRPr lang="en-US" sz="1600" dirty="0"/>
          </a:p>
        </p:txBody>
      </p:sp>
      <p:sp>
        <p:nvSpPr>
          <p:cNvPr id="27" name="Text 15"/>
          <p:cNvSpPr txBox="1"/>
          <p:nvPr/>
        </p:nvSpPr>
        <p:spPr>
          <a:xfrm>
            <a:off x="5599493" y="3457346"/>
            <a:ext cx="12966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Impact</a:t>
            </a:r>
            <a:endParaRPr lang="en-US" sz="9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587545" y="3972719"/>
            <a:ext cx="114300" cy="133502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5002225" y="3918174"/>
            <a:ext cx="3125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 계획 </a:t>
            </a: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587545" y="4559791"/>
            <a:ext cx="114300" cy="133502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4889779" y="4519879"/>
            <a:ext cx="27779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재고 및 인력 등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배치 효율화</a:t>
            </a:r>
            <a:endParaRPr lang="en-US" sz="12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612099" y="5157216"/>
            <a:ext cx="114300" cy="133502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5047970" y="5058460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돌발 고장 방지 및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다운타임(Downtime) 최소화</a:t>
            </a:r>
            <a:endParaRPr lang="en-US" sz="12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2"/>
          <a:srcRect t="-10" b="-10"/>
          <a:stretch/>
        </p:blipFill>
        <p:spPr>
          <a:xfrm>
            <a:off x="8128102" y="1723644"/>
            <a:ext cx="3492094" cy="4381805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9493301" y="2066544"/>
            <a:ext cx="761695" cy="7616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21901" y="2295144"/>
            <a:ext cx="304495" cy="304495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8962034" y="3066898"/>
            <a:ext cx="18333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고도화 계획</a:t>
            </a:r>
            <a:endParaRPr lang="en-US" sz="1600" dirty="0"/>
          </a:p>
        </p:txBody>
      </p:sp>
      <p:sp>
        <p:nvSpPr>
          <p:cNvPr id="38" name="Text 21"/>
          <p:cNvSpPr txBox="1"/>
          <p:nvPr/>
        </p:nvSpPr>
        <p:spPr>
          <a:xfrm>
            <a:off x="9068105" y="3457346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Enhancement</a:t>
            </a:r>
            <a:endParaRPr lang="en-US" sz="9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8365846" y="3929177"/>
            <a:ext cx="114300" cy="133502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8790619" y="3814877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</a:t>
            </a:r>
            <a:endParaRPr lang="en-US" sz="12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8365846" y="4519879"/>
            <a:ext cx="114300" cy="133502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8842248" y="4519879"/>
            <a:ext cx="3033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알고리즘을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endParaRPr lang="en-US" sz="1200" dirty="0"/>
          </a:p>
        </p:txBody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8374009" y="5116511"/>
            <a:ext cx="114300" cy="133502"/>
          </a:xfrm>
          <a:prstGeom prst="rect">
            <a:avLst/>
          </a:prstGeom>
        </p:spPr>
      </p:pic>
      <p:sp>
        <p:nvSpPr>
          <p:cNvPr id="44" name="Text 24"/>
          <p:cNvSpPr txBox="1"/>
          <p:nvPr/>
        </p:nvSpPr>
        <p:spPr>
          <a:xfrm>
            <a:off x="8842248" y="4976323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데이터 유입에 따른 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</a:t>
            </a: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200" b="1" dirty="0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1B3A6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체계 마련</a:t>
            </a:r>
            <a:endParaRPr lang="en-US" sz="1200" dirty="0"/>
          </a:p>
        </p:txBody>
      </p:sp>
      <p:sp>
        <p:nvSpPr>
          <p:cNvPr id="45" name="Shape 25"/>
          <p:cNvSpPr/>
          <p:nvPr/>
        </p:nvSpPr>
        <p:spPr>
          <a:xfrm>
            <a:off x="0" y="6385156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26"/>
          <p:cNvSpPr/>
          <p:nvPr/>
        </p:nvSpPr>
        <p:spPr>
          <a:xfrm>
            <a:off x="0" y="6396263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8602</TotalTime>
  <Words>2469</Words>
  <Application>Microsoft Office PowerPoint</Application>
  <PresentationFormat>와이드스크린</PresentationFormat>
  <Paragraphs>611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Noto Sans KR</vt:lpstr>
      <vt:lpstr>Arial</vt:lpstr>
      <vt:lpstr>Cambria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새한 김</cp:lastModifiedBy>
  <cp:revision>1</cp:revision>
  <dcterms:created xsi:type="dcterms:W3CDTF">2026-03-06T13:21:20Z</dcterms:created>
  <dcterms:modified xsi:type="dcterms:W3CDTF">2026-03-16T01:05:11Z</dcterms:modified>
</cp:coreProperties>
</file>